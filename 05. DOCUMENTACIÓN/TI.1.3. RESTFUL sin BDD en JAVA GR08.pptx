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22"/>
  </p:notesMasterIdLst>
  <p:sldIdLst>
    <p:sldId id="256" r:id="rId2"/>
    <p:sldId id="257" r:id="rId3"/>
    <p:sldId id="300" r:id="rId4"/>
    <p:sldId id="258" r:id="rId5"/>
    <p:sldId id="259" r:id="rId6"/>
    <p:sldId id="261" r:id="rId7"/>
    <p:sldId id="262" r:id="rId8"/>
    <p:sldId id="278" r:id="rId9"/>
    <p:sldId id="279" r:id="rId10"/>
    <p:sldId id="284" r:id="rId11"/>
    <p:sldId id="329" r:id="rId12"/>
    <p:sldId id="287" r:id="rId13"/>
    <p:sldId id="293" r:id="rId14"/>
    <p:sldId id="311" r:id="rId15"/>
    <p:sldId id="295" r:id="rId16"/>
    <p:sldId id="321" r:id="rId17"/>
    <p:sldId id="330" r:id="rId18"/>
    <p:sldId id="296" r:id="rId19"/>
    <p:sldId id="297" r:id="rId20"/>
    <p:sldId id="299" r:id="rId21"/>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82" roundtripDataSignature="AMtx7mjR6CRC/UuTuz6mIGHhfesxpGtYd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81" d="100"/>
          <a:sy n="81" d="100"/>
        </p:scale>
        <p:origin x="725" y="4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85"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84"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83"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82" Type="http://customschemas.google.com/relationships/presentationmetadata" Target="metadata"/><Relationship Id="rId10" Type="http://schemas.openxmlformats.org/officeDocument/2006/relationships/slide" Target="slides/slide9.xml"/><Relationship Id="rId19" Type="http://schemas.openxmlformats.org/officeDocument/2006/relationships/slide" Target="slides/slide18.xml"/><Relationship Id="rId86"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s-ES" sz="1200" b="0" i="0" u="none" strike="noStrike" cap="none">
                <a:solidFill>
                  <a:schemeClr val="dk1"/>
                </a:solidFill>
                <a:latin typeface="Calibri"/>
                <a:ea typeface="Calibri"/>
                <a:cs typeface="Calibri"/>
                <a:sym typeface="Calibri"/>
              </a:rPr>
              <a:t>‹Nº›</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
        <p:cNvGrpSpPr/>
        <p:nvPr/>
      </p:nvGrpSpPr>
      <p:grpSpPr>
        <a:xfrm>
          <a:off x="0" y="0"/>
          <a:ext cx="0" cy="0"/>
          <a:chOff x="0" y="0"/>
          <a:chExt cx="0" cy="0"/>
        </a:xfrm>
      </p:grpSpPr>
      <p:sp>
        <p:nvSpPr>
          <p:cNvPr id="97" name="Google Shape;97;p1: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98" name="Google Shape;9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5"/>
        <p:cNvGrpSpPr/>
        <p:nvPr/>
      </p:nvGrpSpPr>
      <p:grpSpPr>
        <a:xfrm>
          <a:off x="0" y="0"/>
          <a:ext cx="0" cy="0"/>
          <a:chOff x="0" y="0"/>
          <a:chExt cx="0" cy="0"/>
        </a:xfrm>
      </p:grpSpPr>
      <p:sp>
        <p:nvSpPr>
          <p:cNvPr id="106" name="Google Shape;106;p3: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7" name="Google Shape;107;p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261521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7"/>
        <p:cNvGrpSpPr/>
        <p:nvPr/>
      </p:nvGrpSpPr>
      <p:grpSpPr>
        <a:xfrm>
          <a:off x="0" y="0"/>
          <a:ext cx="0" cy="0"/>
          <a:chOff x="0" y="0"/>
          <a:chExt cx="0" cy="0"/>
        </a:xfrm>
      </p:grpSpPr>
      <p:sp>
        <p:nvSpPr>
          <p:cNvPr id="118" name="Google Shape;118;p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8"/>
        <p:cNvGrpSpPr/>
        <p:nvPr/>
      </p:nvGrpSpPr>
      <p:grpSpPr>
        <a:xfrm>
          <a:off x="0" y="0"/>
          <a:ext cx="0" cy="0"/>
          <a:chOff x="0" y="0"/>
          <a:chExt cx="0" cy="0"/>
        </a:xfrm>
      </p:grpSpPr>
      <p:sp>
        <p:nvSpPr>
          <p:cNvPr id="129" name="Google Shape;129;p8: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2524d66b2ad_0_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1" name="Google Shape;151;g2524d66b2ad_0_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0"/>
        <p:cNvGrpSpPr/>
        <p:nvPr/>
      </p:nvGrpSpPr>
      <p:grpSpPr>
        <a:xfrm>
          <a:off x="0" y="0"/>
          <a:ext cx="0" cy="0"/>
          <a:chOff x="0" y="0"/>
          <a:chExt cx="0" cy="0"/>
        </a:xfrm>
      </p:grpSpPr>
      <p:sp>
        <p:nvSpPr>
          <p:cNvPr id="161" name="Google Shape;161;g2524d66b2ad_0_2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g2524d66b2ad_0_2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g1ddeedea7d3_1_2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6" name="Google Shape;336;g1ddeedea7d3_1_2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5"/>
        <p:cNvGrpSpPr/>
        <p:nvPr/>
      </p:nvGrpSpPr>
      <p:grpSpPr>
        <a:xfrm>
          <a:off x="0" y="0"/>
          <a:ext cx="0" cy="0"/>
          <a:chOff x="0" y="0"/>
          <a:chExt cx="0" cy="0"/>
        </a:xfrm>
      </p:grpSpPr>
      <p:sp>
        <p:nvSpPr>
          <p:cNvPr id="346" name="Google Shape;346;g2524d66b2ad_0_26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7" name="Google Shape;347;g2524d66b2ad_0_26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0"/>
        <p:cNvGrpSpPr/>
        <p:nvPr/>
      </p:nvGrpSpPr>
      <p:grpSpPr>
        <a:xfrm>
          <a:off x="0" y="0"/>
          <a:ext cx="0" cy="0"/>
          <a:chOff x="0" y="0"/>
          <a:chExt cx="0" cy="0"/>
        </a:xfrm>
      </p:grpSpPr>
      <p:sp>
        <p:nvSpPr>
          <p:cNvPr id="401" name="Google Shape;401;g2524d66b2ad_0_3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2" name="Google Shape;402;g2524d66b2ad_0_3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11612738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2"/>
        <p:cNvGrpSpPr/>
        <p:nvPr/>
      </p:nvGrpSpPr>
      <p:grpSpPr>
        <a:xfrm>
          <a:off x="0" y="0"/>
          <a:ext cx="0" cy="0"/>
          <a:chOff x="0" y="0"/>
          <a:chExt cx="0" cy="0"/>
        </a:xfrm>
      </p:grpSpPr>
      <p:sp>
        <p:nvSpPr>
          <p:cNvPr id="433" name="Google Shape;433;g1dc40ab34ca_0_2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4" name="Google Shape;434;g1dc40ab34ca_0_2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524d66b2ad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2524d66b2ad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9"/>
        <p:cNvGrpSpPr/>
        <p:nvPr/>
      </p:nvGrpSpPr>
      <p:grpSpPr>
        <a:xfrm>
          <a:off x="0" y="0"/>
          <a:ext cx="0" cy="0"/>
          <a:chOff x="0" y="0"/>
          <a:chExt cx="0" cy="0"/>
        </a:xfrm>
      </p:grpSpPr>
      <p:sp>
        <p:nvSpPr>
          <p:cNvPr id="500" name="Google Shape;500;g2524d66b2ad_0_45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1" name="Google Shape;501;g2524d66b2ad_0_45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4505794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p:cNvGrpSpPr/>
        <p:nvPr/>
      </p:nvGrpSpPr>
      <p:grpSpPr>
        <a:xfrm>
          <a:off x="0" y="0"/>
          <a:ext cx="0" cy="0"/>
          <a:chOff x="0" y="0"/>
          <a:chExt cx="0" cy="0"/>
        </a:xfrm>
      </p:grpSpPr>
      <p:sp>
        <p:nvSpPr>
          <p:cNvPr id="522" name="Google Shape;522;g2524d66b2ad_0_47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85763518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1">
          <a:extLst>
            <a:ext uri="{FF2B5EF4-FFF2-40B4-BE49-F238E27FC236}">
              <a16:creationId xmlns:a16="http://schemas.microsoft.com/office/drawing/2014/main" id="{F4E869A4-0426-3625-9AF5-94713552FEA2}"/>
            </a:ext>
          </a:extLst>
        </p:cNvPr>
        <p:cNvGrpSpPr/>
        <p:nvPr/>
      </p:nvGrpSpPr>
      <p:grpSpPr>
        <a:xfrm>
          <a:off x="0" y="0"/>
          <a:ext cx="0" cy="0"/>
          <a:chOff x="0" y="0"/>
          <a:chExt cx="0" cy="0"/>
        </a:xfrm>
      </p:grpSpPr>
      <p:sp>
        <p:nvSpPr>
          <p:cNvPr id="522" name="Google Shape;522;g2524d66b2ad_0_476:notes">
            <a:extLst>
              <a:ext uri="{FF2B5EF4-FFF2-40B4-BE49-F238E27FC236}">
                <a16:creationId xmlns:a16="http://schemas.microsoft.com/office/drawing/2014/main" id="{E6F5965B-EDA9-8CBE-B624-81CDA4108D04}"/>
              </a:ext>
            </a:extLst>
          </p:cNvPr>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3" name="Google Shape;523;g2524d66b2ad_0_476:notes">
            <a:extLst>
              <a:ext uri="{FF2B5EF4-FFF2-40B4-BE49-F238E27FC236}">
                <a16:creationId xmlns:a16="http://schemas.microsoft.com/office/drawing/2014/main" id="{4DC2489D-582D-3A58-F933-16C1AED3744F}"/>
              </a:ext>
            </a:extLst>
          </p:cNvPr>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00911538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4"/>
        <p:cNvGrpSpPr/>
        <p:nvPr/>
      </p:nvGrpSpPr>
      <p:grpSpPr>
        <a:xfrm>
          <a:off x="0" y="0"/>
          <a:ext cx="0" cy="0"/>
          <a:chOff x="0" y="0"/>
          <a:chExt cx="0" cy="0"/>
        </a:xfrm>
      </p:grpSpPr>
      <p:sp>
        <p:nvSpPr>
          <p:cNvPr id="535" name="Google Shape;535;g2524d66b2ad_0_49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6" name="Google Shape;536;g2524d66b2ad_0_49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3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3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5"/>
        <p:cNvGrpSpPr/>
        <p:nvPr/>
      </p:nvGrpSpPr>
      <p:grpSpPr>
        <a:xfrm>
          <a:off x="0" y="0"/>
          <a:ext cx="0" cy="0"/>
          <a:chOff x="0" y="0"/>
          <a:chExt cx="0" cy="0"/>
        </a:xfrm>
      </p:grpSpPr>
      <p:sp>
        <p:nvSpPr>
          <p:cNvPr id="566" name="Google Shape;566;p37: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7" name="Google Shape;567;p3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Diapositiva de título" type="title">
  <p:cSld name="TITLE">
    <p:spTree>
      <p:nvGrpSpPr>
        <p:cNvPr id="1" name="Shape 18"/>
        <p:cNvGrpSpPr/>
        <p:nvPr/>
      </p:nvGrpSpPr>
      <p:grpSpPr>
        <a:xfrm>
          <a:off x="0" y="0"/>
          <a:ext cx="0" cy="0"/>
          <a:chOff x="0" y="0"/>
          <a:chExt cx="0" cy="0"/>
        </a:xfrm>
      </p:grpSpPr>
      <p:sp>
        <p:nvSpPr>
          <p:cNvPr id="19" name="Google Shape;19;p39"/>
          <p:cNvSpPr/>
          <p:nvPr/>
        </p:nvSpPr>
        <p:spPr>
          <a:xfrm>
            <a:off x="446534" y="3085765"/>
            <a:ext cx="11262866" cy="330480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 name="Google Shape;20;p39"/>
          <p:cNvSpPr txBox="1">
            <a:spLocks noGrp="1"/>
          </p:cNvSpPr>
          <p:nvPr>
            <p:ph type="ctrTitle"/>
          </p:nvPr>
        </p:nvSpPr>
        <p:spPr>
          <a:xfrm>
            <a:off x="581191" y="1020431"/>
            <a:ext cx="10993549" cy="1475013"/>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1" name="Google Shape;21;p39"/>
          <p:cNvSpPr txBox="1">
            <a:spLocks noGrp="1"/>
          </p:cNvSpPr>
          <p:nvPr>
            <p:ph type="subTitle" idx="1"/>
          </p:nvPr>
        </p:nvSpPr>
        <p:spPr>
          <a:xfrm>
            <a:off x="581194" y="2495445"/>
            <a:ext cx="10993546" cy="590321"/>
          </a:xfrm>
          <a:prstGeom prst="rect">
            <a:avLst/>
          </a:prstGeom>
          <a:noFill/>
          <a:ln>
            <a:noFill/>
          </a:ln>
        </p:spPr>
        <p:txBody>
          <a:bodyPr spcFirstLastPara="1" wrap="square" lIns="91425" tIns="45700" rIns="91425" bIns="45700" anchor="t" anchorCtr="0">
            <a:normAutofit/>
          </a:bodyPr>
          <a:lstStyle>
            <a:lvl1pPr lvl="0" algn="l">
              <a:lnSpc>
                <a:spcPct val="100000"/>
              </a:lnSpc>
              <a:spcBef>
                <a:spcPts val="320"/>
              </a:spcBef>
              <a:spcAft>
                <a:spcPts val="0"/>
              </a:spcAft>
              <a:buSzPts val="1472"/>
              <a:buNone/>
              <a:defRPr sz="1600" cap="none">
                <a:solidFill>
                  <a:schemeClr val="accent2"/>
                </a:solidFill>
              </a:defRPr>
            </a:lvl1pPr>
            <a:lvl2pPr lvl="1" algn="ctr">
              <a:lnSpc>
                <a:spcPct val="100000"/>
              </a:lnSpc>
              <a:spcBef>
                <a:spcPts val="600"/>
              </a:spcBef>
              <a:spcAft>
                <a:spcPts val="0"/>
              </a:spcAft>
              <a:buSzPts val="1472"/>
              <a:buNone/>
              <a:defRPr>
                <a:solidFill>
                  <a:srgbClr val="888888"/>
                </a:solidFill>
              </a:defRPr>
            </a:lvl2pPr>
            <a:lvl3pPr lvl="2" algn="ctr">
              <a:lnSpc>
                <a:spcPct val="100000"/>
              </a:lnSpc>
              <a:spcBef>
                <a:spcPts val="600"/>
              </a:spcBef>
              <a:spcAft>
                <a:spcPts val="0"/>
              </a:spcAft>
              <a:buSzPts val="1288"/>
              <a:buNone/>
              <a:defRPr>
                <a:solidFill>
                  <a:srgbClr val="888888"/>
                </a:solidFill>
              </a:defRPr>
            </a:lvl3pPr>
            <a:lvl4pPr lvl="3" algn="ctr">
              <a:lnSpc>
                <a:spcPct val="100000"/>
              </a:lnSpc>
              <a:spcBef>
                <a:spcPts val="600"/>
              </a:spcBef>
              <a:spcAft>
                <a:spcPts val="0"/>
              </a:spcAft>
              <a:buSzPts val="1104"/>
              <a:buNone/>
              <a:defRPr>
                <a:solidFill>
                  <a:srgbClr val="888888"/>
                </a:solidFill>
              </a:defRPr>
            </a:lvl4pPr>
            <a:lvl5pPr lvl="4" algn="ctr">
              <a:lnSpc>
                <a:spcPct val="100000"/>
              </a:lnSpc>
              <a:spcBef>
                <a:spcPts val="600"/>
              </a:spcBef>
              <a:spcAft>
                <a:spcPts val="0"/>
              </a:spcAft>
              <a:buSzPts val="1104"/>
              <a:buNone/>
              <a:defRPr>
                <a:solidFill>
                  <a:srgbClr val="888888"/>
                </a:solidFill>
              </a:defRPr>
            </a:lvl5pPr>
            <a:lvl6pPr lvl="5" algn="ctr">
              <a:lnSpc>
                <a:spcPct val="100000"/>
              </a:lnSpc>
              <a:spcBef>
                <a:spcPts val="600"/>
              </a:spcBef>
              <a:spcAft>
                <a:spcPts val="0"/>
              </a:spcAft>
              <a:buSzPts val="1104"/>
              <a:buNone/>
              <a:defRPr>
                <a:solidFill>
                  <a:srgbClr val="888888"/>
                </a:solidFill>
              </a:defRPr>
            </a:lvl6pPr>
            <a:lvl7pPr lvl="6" algn="ctr">
              <a:lnSpc>
                <a:spcPct val="100000"/>
              </a:lnSpc>
              <a:spcBef>
                <a:spcPts val="600"/>
              </a:spcBef>
              <a:spcAft>
                <a:spcPts val="0"/>
              </a:spcAft>
              <a:buSzPts val="1104"/>
              <a:buNone/>
              <a:defRPr>
                <a:solidFill>
                  <a:srgbClr val="888888"/>
                </a:solidFill>
              </a:defRPr>
            </a:lvl7pPr>
            <a:lvl8pPr lvl="7" algn="ctr">
              <a:lnSpc>
                <a:spcPct val="100000"/>
              </a:lnSpc>
              <a:spcBef>
                <a:spcPts val="600"/>
              </a:spcBef>
              <a:spcAft>
                <a:spcPts val="0"/>
              </a:spcAft>
              <a:buSzPts val="1104"/>
              <a:buNone/>
              <a:defRPr>
                <a:solidFill>
                  <a:srgbClr val="888888"/>
                </a:solidFill>
              </a:defRPr>
            </a:lvl8pPr>
            <a:lvl9pPr lvl="8" algn="ctr">
              <a:lnSpc>
                <a:spcPct val="100000"/>
              </a:lnSpc>
              <a:spcBef>
                <a:spcPts val="600"/>
              </a:spcBef>
              <a:spcAft>
                <a:spcPts val="600"/>
              </a:spcAft>
              <a:buSzPts val="1104"/>
              <a:buNone/>
              <a:defRPr>
                <a:solidFill>
                  <a:srgbClr val="888888"/>
                </a:solidFill>
              </a:defRPr>
            </a:lvl9pPr>
          </a:lstStyle>
          <a:p>
            <a:endParaRPr/>
          </a:p>
        </p:txBody>
      </p:sp>
      <p:sp>
        <p:nvSpPr>
          <p:cNvPr id="22" name="Google Shape;22;p39"/>
          <p:cNvSpPr txBox="1">
            <a:spLocks noGrp="1"/>
          </p:cNvSpPr>
          <p:nvPr>
            <p:ph type="dt" idx="10"/>
          </p:nvPr>
        </p:nvSpPr>
        <p:spPr>
          <a:xfrm>
            <a:off x="7605951" y="5956137"/>
            <a:ext cx="2844800"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39"/>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39"/>
          <p:cNvSpPr txBox="1">
            <a:spLocks noGrp="1"/>
          </p:cNvSpPr>
          <p:nvPr>
            <p:ph type="sldNum" idx="12"/>
          </p:nvPr>
        </p:nvSpPr>
        <p:spPr>
          <a:xfrm>
            <a:off x="10558300" y="5956137"/>
            <a:ext cx="101644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ítulo y objetos" type="obj">
  <p:cSld name="OBJECT">
    <p:spTree>
      <p:nvGrpSpPr>
        <p:cNvPr id="1" name="Shape 25"/>
        <p:cNvGrpSpPr/>
        <p:nvPr/>
      </p:nvGrpSpPr>
      <p:grpSpPr>
        <a:xfrm>
          <a:off x="0" y="0"/>
          <a:ext cx="0" cy="0"/>
          <a:chOff x="0" y="0"/>
          <a:chExt cx="0" cy="0"/>
        </a:xfrm>
      </p:grpSpPr>
      <p:sp>
        <p:nvSpPr>
          <p:cNvPr id="26" name="Google Shape;26;p40"/>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7" name="Google Shape;27;p40"/>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40"/>
          <p:cNvSpPr txBox="1">
            <a:spLocks noGrp="1"/>
          </p:cNvSpPr>
          <p:nvPr>
            <p:ph type="body" idx="1"/>
          </p:nvPr>
        </p:nvSpPr>
        <p:spPr>
          <a:xfrm>
            <a:off x="581192" y="2180496"/>
            <a:ext cx="11029615" cy="3678303"/>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29" name="Google Shape;29;p40"/>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40"/>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40"/>
          <p:cNvSpPr txBox="1">
            <a:spLocks noGrp="1"/>
          </p:cNvSpPr>
          <p:nvPr>
            <p:ph type="sldNum" idx="12"/>
          </p:nvPr>
        </p:nvSpPr>
        <p:spPr>
          <a:xfrm>
            <a:off x="10558300" y="5956137"/>
            <a:ext cx="1052508"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Encabezado de sección" type="secHead">
  <p:cSld name="SECTION_HEADER">
    <p:spTree>
      <p:nvGrpSpPr>
        <p:cNvPr id="1" name="Shape 32"/>
        <p:cNvGrpSpPr/>
        <p:nvPr/>
      </p:nvGrpSpPr>
      <p:grpSpPr>
        <a:xfrm>
          <a:off x="0" y="0"/>
          <a:ext cx="0" cy="0"/>
          <a:chOff x="0" y="0"/>
          <a:chExt cx="0" cy="0"/>
        </a:xfrm>
      </p:grpSpPr>
      <p:sp>
        <p:nvSpPr>
          <p:cNvPr id="33" name="Google Shape;33;p41"/>
          <p:cNvSpPr/>
          <p:nvPr/>
        </p:nvSpPr>
        <p:spPr>
          <a:xfrm>
            <a:off x="447817" y="5141974"/>
            <a:ext cx="11290860"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4" name="Google Shape;34;p41"/>
          <p:cNvSpPr txBox="1">
            <a:spLocks noGrp="1"/>
          </p:cNvSpPr>
          <p:nvPr>
            <p:ph type="title"/>
          </p:nvPr>
        </p:nvSpPr>
        <p:spPr>
          <a:xfrm>
            <a:off x="581193" y="3043910"/>
            <a:ext cx="11029615" cy="1497507"/>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3600"/>
              <a:buFont typeface="Gill Sans"/>
              <a:buNone/>
              <a:defRPr sz="3600" b="0" cap="none">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581192" y="4541417"/>
            <a:ext cx="11029615" cy="600556"/>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360"/>
              </a:spcBef>
              <a:spcAft>
                <a:spcPts val="0"/>
              </a:spcAft>
              <a:buSzPts val="1656"/>
              <a:buNone/>
              <a:defRPr sz="1800" cap="none">
                <a:solidFill>
                  <a:schemeClr val="accent2"/>
                </a:solidFill>
              </a:defRPr>
            </a:lvl1pPr>
            <a:lvl2pPr marL="914400" lvl="1" indent="-228600" algn="l">
              <a:lnSpc>
                <a:spcPct val="100000"/>
              </a:lnSpc>
              <a:spcBef>
                <a:spcPts val="600"/>
              </a:spcBef>
              <a:spcAft>
                <a:spcPts val="0"/>
              </a:spcAft>
              <a:buSzPts val="1656"/>
              <a:buNone/>
              <a:defRPr sz="1800">
                <a:solidFill>
                  <a:srgbClr val="888888"/>
                </a:solidFill>
              </a:defRPr>
            </a:lvl2pPr>
            <a:lvl3pPr marL="1371600" lvl="2" indent="-228600" algn="l">
              <a:lnSpc>
                <a:spcPct val="100000"/>
              </a:lnSpc>
              <a:spcBef>
                <a:spcPts val="600"/>
              </a:spcBef>
              <a:spcAft>
                <a:spcPts val="0"/>
              </a:spcAft>
              <a:buSzPts val="1472"/>
              <a:buNone/>
              <a:defRPr sz="1600">
                <a:solidFill>
                  <a:srgbClr val="888888"/>
                </a:solidFill>
              </a:defRPr>
            </a:lvl3pPr>
            <a:lvl4pPr marL="1828800" lvl="3" indent="-228600" algn="l">
              <a:lnSpc>
                <a:spcPct val="100000"/>
              </a:lnSpc>
              <a:spcBef>
                <a:spcPts val="600"/>
              </a:spcBef>
              <a:spcAft>
                <a:spcPts val="0"/>
              </a:spcAft>
              <a:buSzPts val="1288"/>
              <a:buNone/>
              <a:defRPr sz="1400">
                <a:solidFill>
                  <a:srgbClr val="888888"/>
                </a:solidFill>
              </a:defRPr>
            </a:lvl4pPr>
            <a:lvl5pPr marL="2286000" lvl="4" indent="-228600" algn="l">
              <a:lnSpc>
                <a:spcPct val="100000"/>
              </a:lnSpc>
              <a:spcBef>
                <a:spcPts val="600"/>
              </a:spcBef>
              <a:spcAft>
                <a:spcPts val="0"/>
              </a:spcAft>
              <a:buSzPts val="1288"/>
              <a:buNone/>
              <a:defRPr sz="1400">
                <a:solidFill>
                  <a:srgbClr val="888888"/>
                </a:solidFill>
              </a:defRPr>
            </a:lvl5pPr>
            <a:lvl6pPr marL="2743200" lvl="5" indent="-228600" algn="l">
              <a:lnSpc>
                <a:spcPct val="100000"/>
              </a:lnSpc>
              <a:spcBef>
                <a:spcPts val="600"/>
              </a:spcBef>
              <a:spcAft>
                <a:spcPts val="0"/>
              </a:spcAft>
              <a:buSzPts val="1288"/>
              <a:buNone/>
              <a:defRPr sz="1400">
                <a:solidFill>
                  <a:srgbClr val="888888"/>
                </a:solidFill>
              </a:defRPr>
            </a:lvl6pPr>
            <a:lvl7pPr marL="3200400" lvl="6" indent="-228600" algn="l">
              <a:lnSpc>
                <a:spcPct val="100000"/>
              </a:lnSpc>
              <a:spcBef>
                <a:spcPts val="600"/>
              </a:spcBef>
              <a:spcAft>
                <a:spcPts val="0"/>
              </a:spcAft>
              <a:buSzPts val="1288"/>
              <a:buNone/>
              <a:defRPr sz="1400">
                <a:solidFill>
                  <a:srgbClr val="888888"/>
                </a:solidFill>
              </a:defRPr>
            </a:lvl7pPr>
            <a:lvl8pPr marL="3657600" lvl="7" indent="-228600" algn="l">
              <a:lnSpc>
                <a:spcPct val="100000"/>
              </a:lnSpc>
              <a:spcBef>
                <a:spcPts val="600"/>
              </a:spcBef>
              <a:spcAft>
                <a:spcPts val="0"/>
              </a:spcAft>
              <a:buSzPts val="1288"/>
              <a:buNone/>
              <a:defRPr sz="1400">
                <a:solidFill>
                  <a:srgbClr val="888888"/>
                </a:solidFill>
              </a:defRPr>
            </a:lvl8pPr>
            <a:lvl9pPr marL="4114800" lvl="8" indent="-228600" algn="l">
              <a:lnSpc>
                <a:spcPct val="100000"/>
              </a:lnSpc>
              <a:spcBef>
                <a:spcPts val="600"/>
              </a:spcBef>
              <a:spcAft>
                <a:spcPts val="600"/>
              </a:spcAft>
              <a:buSzPts val="1288"/>
              <a:buNone/>
              <a:defRPr sz="1400">
                <a:solidFill>
                  <a:srgbClr val="888888"/>
                </a:solidFill>
              </a:defRPr>
            </a:lvl9pPr>
          </a:lstStyle>
          <a:p>
            <a:endParaRPr/>
          </a:p>
        </p:txBody>
      </p:sp>
      <p:sp>
        <p:nvSpPr>
          <p:cNvPr id="36" name="Google Shape;36;p41"/>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41"/>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41"/>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Dos objetos" type="twoObj">
  <p:cSld name="TWO_OBJECTS">
    <p:spTree>
      <p:nvGrpSpPr>
        <p:cNvPr id="1" name="Shape 39"/>
        <p:cNvGrpSpPr/>
        <p:nvPr/>
      </p:nvGrpSpPr>
      <p:grpSpPr>
        <a:xfrm>
          <a:off x="0" y="0"/>
          <a:ext cx="0" cy="0"/>
          <a:chOff x="0" y="0"/>
          <a:chExt cx="0" cy="0"/>
        </a:xfrm>
      </p:grpSpPr>
      <p:sp>
        <p:nvSpPr>
          <p:cNvPr id="40" name="Google Shape;40;p42"/>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1" name="Google Shape;41;p42"/>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581193" y="2228003"/>
            <a:ext cx="5422390"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3" name="Google Shape;43;p42"/>
          <p:cNvSpPr txBox="1">
            <a:spLocks noGrp="1"/>
          </p:cNvSpPr>
          <p:nvPr>
            <p:ph type="body" idx="2"/>
          </p:nvPr>
        </p:nvSpPr>
        <p:spPr>
          <a:xfrm>
            <a:off x="6188417" y="2228003"/>
            <a:ext cx="5422392" cy="3633047"/>
          </a:xfrm>
          <a:prstGeom prst="rect">
            <a:avLst/>
          </a:prstGeom>
          <a:noFill/>
          <a:ln>
            <a:noFill/>
          </a:ln>
        </p:spPr>
        <p:txBody>
          <a:bodyPr spcFirstLastPara="1" wrap="square" lIns="91425" tIns="45700" rIns="91425" bIns="45700" anchor="ctr"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44" name="Google Shape;44;p42"/>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42"/>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42"/>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mparación" type="twoTxTwoObj">
  <p:cSld name="TWO_OBJECTS_WITH_TEXT">
    <p:spTree>
      <p:nvGrpSpPr>
        <p:cNvPr id="1" name="Shape 47"/>
        <p:cNvGrpSpPr/>
        <p:nvPr/>
      </p:nvGrpSpPr>
      <p:grpSpPr>
        <a:xfrm>
          <a:off x="0" y="0"/>
          <a:ext cx="0" cy="0"/>
          <a:chOff x="0" y="0"/>
          <a:chExt cx="0" cy="0"/>
        </a:xfrm>
      </p:grpSpPr>
      <p:sp>
        <p:nvSpPr>
          <p:cNvPr id="48" name="Google Shape;48;p43"/>
          <p:cNvSpPr/>
          <p:nvPr/>
        </p:nvSpPr>
        <p:spPr>
          <a:xfrm>
            <a:off x="445982"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9" name="Google Shape;49;p43"/>
          <p:cNvSpPr txBox="1">
            <a:spLocks noGrp="1"/>
          </p:cNvSpPr>
          <p:nvPr>
            <p:ph type="title"/>
          </p:nvPr>
        </p:nvSpPr>
        <p:spPr>
          <a:xfrm>
            <a:off x="581193"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43"/>
          <p:cNvSpPr txBox="1">
            <a:spLocks noGrp="1"/>
          </p:cNvSpPr>
          <p:nvPr>
            <p:ph type="body" idx="1"/>
          </p:nvPr>
        </p:nvSpPr>
        <p:spPr>
          <a:xfrm>
            <a:off x="887219" y="2250892"/>
            <a:ext cx="5087075" cy="536005"/>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1" name="Google Shape;51;p43"/>
          <p:cNvSpPr txBox="1">
            <a:spLocks noGrp="1"/>
          </p:cNvSpPr>
          <p:nvPr>
            <p:ph type="body" idx="2"/>
          </p:nvPr>
        </p:nvSpPr>
        <p:spPr>
          <a:xfrm>
            <a:off x="581194"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2" name="Google Shape;52;p43"/>
          <p:cNvSpPr txBox="1">
            <a:spLocks noGrp="1"/>
          </p:cNvSpPr>
          <p:nvPr>
            <p:ph type="body" idx="3"/>
          </p:nvPr>
        </p:nvSpPr>
        <p:spPr>
          <a:xfrm>
            <a:off x="6523735" y="2250892"/>
            <a:ext cx="5087073" cy="553373"/>
          </a:xfrm>
          <a:prstGeom prst="rect">
            <a:avLst/>
          </a:prstGeom>
          <a:noFill/>
          <a:ln>
            <a:noFill/>
          </a:ln>
        </p:spPr>
        <p:txBody>
          <a:bodyPr spcFirstLastPara="1" wrap="square" lIns="91425" tIns="45700" rIns="91425" bIns="45700" anchor="b" anchorCtr="0">
            <a:noAutofit/>
          </a:bodyPr>
          <a:lstStyle>
            <a:lvl1pPr marL="457200" lvl="0" indent="-228600" algn="l">
              <a:lnSpc>
                <a:spcPct val="100000"/>
              </a:lnSpc>
              <a:spcBef>
                <a:spcPts val="440"/>
              </a:spcBef>
              <a:spcAft>
                <a:spcPts val="0"/>
              </a:spcAft>
              <a:buSzPts val="2024"/>
              <a:buNone/>
              <a:defRPr sz="2200" b="0">
                <a:solidFill>
                  <a:schemeClr val="accent2"/>
                </a:solidFill>
              </a:defRPr>
            </a:lvl1pPr>
            <a:lvl2pPr marL="914400" lvl="1" indent="-228600" algn="l">
              <a:lnSpc>
                <a:spcPct val="100000"/>
              </a:lnSpc>
              <a:spcBef>
                <a:spcPts val="600"/>
              </a:spcBef>
              <a:spcAft>
                <a:spcPts val="0"/>
              </a:spcAft>
              <a:buSzPts val="1840"/>
              <a:buNone/>
              <a:defRPr sz="2000" b="1"/>
            </a:lvl2pPr>
            <a:lvl3pPr marL="1371600" lvl="2" indent="-228600" algn="l">
              <a:lnSpc>
                <a:spcPct val="100000"/>
              </a:lnSpc>
              <a:spcBef>
                <a:spcPts val="600"/>
              </a:spcBef>
              <a:spcAft>
                <a:spcPts val="0"/>
              </a:spcAft>
              <a:buSzPts val="1656"/>
              <a:buNone/>
              <a:defRPr sz="1800" b="1"/>
            </a:lvl3pPr>
            <a:lvl4pPr marL="1828800" lvl="3" indent="-228600" algn="l">
              <a:lnSpc>
                <a:spcPct val="100000"/>
              </a:lnSpc>
              <a:spcBef>
                <a:spcPts val="600"/>
              </a:spcBef>
              <a:spcAft>
                <a:spcPts val="0"/>
              </a:spcAft>
              <a:buSzPts val="1472"/>
              <a:buNone/>
              <a:defRPr sz="1600" b="1"/>
            </a:lvl4pPr>
            <a:lvl5pPr marL="2286000" lvl="4" indent="-228600" algn="l">
              <a:lnSpc>
                <a:spcPct val="100000"/>
              </a:lnSpc>
              <a:spcBef>
                <a:spcPts val="600"/>
              </a:spcBef>
              <a:spcAft>
                <a:spcPts val="0"/>
              </a:spcAft>
              <a:buSzPts val="1472"/>
              <a:buNone/>
              <a:defRPr sz="1600" b="1"/>
            </a:lvl5pPr>
            <a:lvl6pPr marL="2743200" lvl="5" indent="-228600" algn="l">
              <a:lnSpc>
                <a:spcPct val="100000"/>
              </a:lnSpc>
              <a:spcBef>
                <a:spcPts val="600"/>
              </a:spcBef>
              <a:spcAft>
                <a:spcPts val="0"/>
              </a:spcAft>
              <a:buSzPts val="1472"/>
              <a:buNone/>
              <a:defRPr sz="1600" b="1"/>
            </a:lvl6pPr>
            <a:lvl7pPr marL="3200400" lvl="6" indent="-228600" algn="l">
              <a:lnSpc>
                <a:spcPct val="100000"/>
              </a:lnSpc>
              <a:spcBef>
                <a:spcPts val="600"/>
              </a:spcBef>
              <a:spcAft>
                <a:spcPts val="0"/>
              </a:spcAft>
              <a:buSzPts val="1472"/>
              <a:buNone/>
              <a:defRPr sz="1600" b="1"/>
            </a:lvl7pPr>
            <a:lvl8pPr marL="3657600" lvl="7" indent="-228600" algn="l">
              <a:lnSpc>
                <a:spcPct val="100000"/>
              </a:lnSpc>
              <a:spcBef>
                <a:spcPts val="600"/>
              </a:spcBef>
              <a:spcAft>
                <a:spcPts val="0"/>
              </a:spcAft>
              <a:buSzPts val="1472"/>
              <a:buNone/>
              <a:defRPr sz="1600" b="1"/>
            </a:lvl8pPr>
            <a:lvl9pPr marL="4114800" lvl="8" indent="-228600" algn="l">
              <a:lnSpc>
                <a:spcPct val="100000"/>
              </a:lnSpc>
              <a:spcBef>
                <a:spcPts val="600"/>
              </a:spcBef>
              <a:spcAft>
                <a:spcPts val="600"/>
              </a:spcAft>
              <a:buSzPts val="1472"/>
              <a:buNone/>
              <a:defRPr sz="1600" b="1"/>
            </a:lvl9pPr>
          </a:lstStyle>
          <a:p>
            <a:endParaRPr/>
          </a:p>
        </p:txBody>
      </p:sp>
      <p:sp>
        <p:nvSpPr>
          <p:cNvPr id="53" name="Google Shape;53;p43"/>
          <p:cNvSpPr txBox="1">
            <a:spLocks noGrp="1"/>
          </p:cNvSpPr>
          <p:nvPr>
            <p:ph type="body" idx="4"/>
          </p:nvPr>
        </p:nvSpPr>
        <p:spPr>
          <a:xfrm>
            <a:off x="6217709" y="2926052"/>
            <a:ext cx="5393100" cy="293499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54" name="Google Shape;54;p43"/>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43"/>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43"/>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olo el título" type="titleOnly">
  <p:cSld name="TITLE_ONLY">
    <p:spTree>
      <p:nvGrpSpPr>
        <p:cNvPr id="1" name="Shape 57"/>
        <p:cNvGrpSpPr/>
        <p:nvPr/>
      </p:nvGrpSpPr>
      <p:grpSpPr>
        <a:xfrm>
          <a:off x="0" y="0"/>
          <a:ext cx="0" cy="0"/>
          <a:chOff x="0" y="0"/>
          <a:chExt cx="0" cy="0"/>
        </a:xfrm>
      </p:grpSpPr>
      <p:sp>
        <p:nvSpPr>
          <p:cNvPr id="58" name="Google Shape;58;p44"/>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61" name="Google Shape;61;p44"/>
          <p:cNvSpPr/>
          <p:nvPr/>
        </p:nvSpPr>
        <p:spPr>
          <a:xfrm>
            <a:off x="440683" y="606554"/>
            <a:ext cx="11300036" cy="125882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2" name="Google Shape;62;p44"/>
          <p:cNvSpPr txBox="1">
            <a:spLocks noGrp="1"/>
          </p:cNvSpPr>
          <p:nvPr>
            <p:ph type="title"/>
          </p:nvPr>
        </p:nvSpPr>
        <p:spPr>
          <a:xfrm>
            <a:off x="575894" y="729658"/>
            <a:ext cx="11029616" cy="988332"/>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En blanco" type="blank">
  <p:cSld name="BLANK">
    <p:spTree>
      <p:nvGrpSpPr>
        <p:cNvPr id="1" name="Shape 63"/>
        <p:cNvGrpSpPr/>
        <p:nvPr/>
      </p:nvGrpSpPr>
      <p:grpSpPr>
        <a:xfrm>
          <a:off x="0" y="0"/>
          <a:ext cx="0" cy="0"/>
          <a:chOff x="0" y="0"/>
          <a:chExt cx="0" cy="0"/>
        </a:xfrm>
      </p:grpSpPr>
      <p:sp>
        <p:nvSpPr>
          <p:cNvPr id="64" name="Google Shape;64;p45"/>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45"/>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45"/>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ido con título" type="objTx">
  <p:cSld name="OBJECT_WITH_CAPTION_TEXT">
    <p:spTree>
      <p:nvGrpSpPr>
        <p:cNvPr id="1" name="Shape 67"/>
        <p:cNvGrpSpPr/>
        <p:nvPr/>
      </p:nvGrpSpPr>
      <p:grpSpPr>
        <a:xfrm>
          <a:off x="0" y="0"/>
          <a:ext cx="0" cy="0"/>
          <a:chOff x="0" y="0"/>
          <a:chExt cx="0" cy="0"/>
        </a:xfrm>
      </p:grpSpPr>
      <p:sp>
        <p:nvSpPr>
          <p:cNvPr id="68" name="Google Shape;68;p46"/>
          <p:cNvSpPr/>
          <p:nvPr/>
        </p:nvSpPr>
        <p:spPr>
          <a:xfrm>
            <a:off x="447817" y="5141973"/>
            <a:ext cx="11298200" cy="1274702"/>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69" name="Google Shape;69;p46"/>
          <p:cNvSpPr txBox="1">
            <a:spLocks noGrp="1"/>
          </p:cNvSpPr>
          <p:nvPr>
            <p:ph type="title"/>
          </p:nvPr>
        </p:nvSpPr>
        <p:spPr>
          <a:xfrm>
            <a:off x="581192" y="5262296"/>
            <a:ext cx="4909445" cy="689514"/>
          </a:xfrm>
          <a:prstGeom prst="rect">
            <a:avLst/>
          </a:prstGeom>
          <a:noFill/>
          <a:ln>
            <a:noFill/>
          </a:ln>
        </p:spPr>
        <p:txBody>
          <a:bodyPr spcFirstLastPara="1" wrap="square" lIns="91425" tIns="45700" rIns="91425" bIns="45700" anchor="ctr" anchorCtr="0">
            <a:normAutofit/>
          </a:bodyPr>
          <a:lstStyle>
            <a:lvl1pPr lvl="0" algn="l">
              <a:lnSpc>
                <a:spcPct val="100000"/>
              </a:lnSpc>
              <a:spcBef>
                <a:spcPts val="0"/>
              </a:spcBef>
              <a:spcAft>
                <a:spcPts val="0"/>
              </a:spcAft>
              <a:buClr>
                <a:srgbClr val="2D58AC"/>
              </a:buClr>
              <a:buSzPts val="2000"/>
              <a:buFont typeface="Gill Sans"/>
              <a:buNone/>
              <a:defRPr sz="2000" b="0">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0" name="Google Shape;70;p46"/>
          <p:cNvSpPr txBox="1">
            <a:spLocks noGrp="1"/>
          </p:cNvSpPr>
          <p:nvPr>
            <p:ph type="body" idx="1"/>
          </p:nvPr>
        </p:nvSpPr>
        <p:spPr>
          <a:xfrm>
            <a:off x="447816" y="601200"/>
            <a:ext cx="11292840" cy="4204800"/>
          </a:xfrm>
          <a:prstGeom prst="rect">
            <a:avLst/>
          </a:prstGeom>
          <a:noFill/>
          <a:ln>
            <a:noFill/>
          </a:ln>
        </p:spPr>
        <p:txBody>
          <a:bodyPr spcFirstLastPara="1" wrap="square" lIns="91425" tIns="45700" rIns="91425" bIns="45700" anchor="ctr" anchorCtr="0">
            <a:normAutofit/>
          </a:bodyPr>
          <a:lstStyle>
            <a:lvl1pPr marL="457200" lvl="0" indent="-345440" algn="l">
              <a:lnSpc>
                <a:spcPct val="100000"/>
              </a:lnSpc>
              <a:spcBef>
                <a:spcPts val="400"/>
              </a:spcBef>
              <a:spcAft>
                <a:spcPts val="0"/>
              </a:spcAft>
              <a:buSzPts val="1840"/>
              <a:buChar char="◼"/>
              <a:defRPr sz="2000">
                <a:solidFill>
                  <a:schemeClr val="dk2"/>
                </a:solidFill>
              </a:defRPr>
            </a:lvl1pPr>
            <a:lvl2pPr marL="914400" lvl="1" indent="-333756" algn="l">
              <a:lnSpc>
                <a:spcPct val="100000"/>
              </a:lnSpc>
              <a:spcBef>
                <a:spcPts val="600"/>
              </a:spcBef>
              <a:spcAft>
                <a:spcPts val="0"/>
              </a:spcAft>
              <a:buSzPts val="1656"/>
              <a:buChar char="◼"/>
              <a:defRPr sz="1800">
                <a:solidFill>
                  <a:schemeClr val="dk2"/>
                </a:solidFill>
              </a:defRPr>
            </a:lvl2pPr>
            <a:lvl3pPr marL="1371600" lvl="2" indent="-322072" algn="l">
              <a:lnSpc>
                <a:spcPct val="100000"/>
              </a:lnSpc>
              <a:spcBef>
                <a:spcPts val="600"/>
              </a:spcBef>
              <a:spcAft>
                <a:spcPts val="0"/>
              </a:spcAft>
              <a:buSzPts val="1472"/>
              <a:buChar char="◼"/>
              <a:defRPr sz="1600">
                <a:solidFill>
                  <a:schemeClr val="dk2"/>
                </a:solidFill>
              </a:defRPr>
            </a:lvl3pPr>
            <a:lvl4pPr marL="1828800" lvl="3" indent="-310388" algn="l">
              <a:lnSpc>
                <a:spcPct val="100000"/>
              </a:lnSpc>
              <a:spcBef>
                <a:spcPts val="600"/>
              </a:spcBef>
              <a:spcAft>
                <a:spcPts val="0"/>
              </a:spcAft>
              <a:buSzPts val="1288"/>
              <a:buChar char="◼"/>
              <a:defRPr sz="1400">
                <a:solidFill>
                  <a:schemeClr val="dk2"/>
                </a:solidFill>
              </a:defRPr>
            </a:lvl4pPr>
            <a:lvl5pPr marL="2286000" lvl="4" indent="-310388" algn="l">
              <a:lnSpc>
                <a:spcPct val="100000"/>
              </a:lnSpc>
              <a:spcBef>
                <a:spcPts val="600"/>
              </a:spcBef>
              <a:spcAft>
                <a:spcPts val="0"/>
              </a:spcAft>
              <a:buSzPts val="1288"/>
              <a:buChar char="◼"/>
              <a:defRPr sz="1400">
                <a:solidFill>
                  <a:schemeClr val="dk2"/>
                </a:solidFill>
              </a:defRPr>
            </a:lvl5pPr>
            <a:lvl6pPr marL="2743200" lvl="5" indent="-310388" algn="l">
              <a:lnSpc>
                <a:spcPct val="100000"/>
              </a:lnSpc>
              <a:spcBef>
                <a:spcPts val="600"/>
              </a:spcBef>
              <a:spcAft>
                <a:spcPts val="0"/>
              </a:spcAft>
              <a:buSzPts val="1288"/>
              <a:buChar char="◼"/>
              <a:defRPr sz="1400">
                <a:solidFill>
                  <a:schemeClr val="dk2"/>
                </a:solidFill>
              </a:defRPr>
            </a:lvl6pPr>
            <a:lvl7pPr marL="3200400" lvl="6" indent="-310388" algn="l">
              <a:lnSpc>
                <a:spcPct val="100000"/>
              </a:lnSpc>
              <a:spcBef>
                <a:spcPts val="600"/>
              </a:spcBef>
              <a:spcAft>
                <a:spcPts val="0"/>
              </a:spcAft>
              <a:buSzPts val="1288"/>
              <a:buChar char="◼"/>
              <a:defRPr sz="1400">
                <a:solidFill>
                  <a:schemeClr val="dk2"/>
                </a:solidFill>
              </a:defRPr>
            </a:lvl7pPr>
            <a:lvl8pPr marL="3657600" lvl="7" indent="-310388" algn="l">
              <a:lnSpc>
                <a:spcPct val="100000"/>
              </a:lnSpc>
              <a:spcBef>
                <a:spcPts val="600"/>
              </a:spcBef>
              <a:spcAft>
                <a:spcPts val="0"/>
              </a:spcAft>
              <a:buSzPts val="1288"/>
              <a:buChar char="◼"/>
              <a:defRPr sz="1400">
                <a:solidFill>
                  <a:schemeClr val="dk2"/>
                </a:solidFill>
              </a:defRPr>
            </a:lvl8pPr>
            <a:lvl9pPr marL="4114800" lvl="8" indent="-310388" algn="l">
              <a:lnSpc>
                <a:spcPct val="100000"/>
              </a:lnSpc>
              <a:spcBef>
                <a:spcPts val="600"/>
              </a:spcBef>
              <a:spcAft>
                <a:spcPts val="600"/>
              </a:spcAft>
              <a:buSzPts val="1288"/>
              <a:buChar char="◼"/>
              <a:defRPr sz="1400">
                <a:solidFill>
                  <a:schemeClr val="dk2"/>
                </a:solidFill>
              </a:defRPr>
            </a:lvl9pPr>
          </a:lstStyle>
          <a:p>
            <a:endParaRPr/>
          </a:p>
        </p:txBody>
      </p:sp>
      <p:sp>
        <p:nvSpPr>
          <p:cNvPr id="71" name="Google Shape;71;p46"/>
          <p:cNvSpPr txBox="1">
            <a:spLocks noGrp="1"/>
          </p:cNvSpPr>
          <p:nvPr>
            <p:ph type="body" idx="2"/>
          </p:nvPr>
        </p:nvSpPr>
        <p:spPr>
          <a:xfrm>
            <a:off x="5740823" y="5262296"/>
            <a:ext cx="5869987" cy="689515"/>
          </a:xfrm>
          <a:prstGeom prst="rect">
            <a:avLst/>
          </a:prstGeom>
          <a:noFill/>
          <a:ln>
            <a:noFill/>
          </a:ln>
        </p:spPr>
        <p:txBody>
          <a:bodyPr spcFirstLastPara="1" wrap="square" lIns="91425" tIns="45700" rIns="91425" bIns="45700" anchor="ctr" anchorCtr="0">
            <a:normAutofit/>
          </a:bodyPr>
          <a:lstStyle>
            <a:lvl1pPr marL="457200" lvl="0" indent="-228600" algn="r">
              <a:lnSpc>
                <a:spcPct val="100000"/>
              </a:lnSpc>
              <a:spcBef>
                <a:spcPts val="220"/>
              </a:spcBef>
              <a:spcAft>
                <a:spcPts val="0"/>
              </a:spcAft>
              <a:buSzPts val="1012"/>
              <a:buNone/>
              <a:defRPr sz="1100">
                <a:solidFill>
                  <a:schemeClr val="lt1"/>
                </a:solidFill>
              </a:defRPr>
            </a:lvl1pPr>
            <a:lvl2pPr marL="914400" lvl="1" indent="-228600" algn="l">
              <a:lnSpc>
                <a:spcPct val="100000"/>
              </a:lnSpc>
              <a:spcBef>
                <a:spcPts val="600"/>
              </a:spcBef>
              <a:spcAft>
                <a:spcPts val="0"/>
              </a:spcAft>
              <a:buSzPts val="1012"/>
              <a:buNone/>
              <a:defRPr sz="11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2" name="Google Shape;72;p46"/>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46"/>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4" name="Google Shape;74;p46"/>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Imagen con título" type="picTx">
  <p:cSld name="PICTURE_WITH_CAPTION_TEXT">
    <p:spTree>
      <p:nvGrpSpPr>
        <p:cNvPr id="1" name="Shape 75"/>
        <p:cNvGrpSpPr/>
        <p:nvPr/>
      </p:nvGrpSpPr>
      <p:grpSpPr>
        <a:xfrm>
          <a:off x="0" y="0"/>
          <a:ext cx="0" cy="0"/>
          <a:chOff x="0" y="0"/>
          <a:chExt cx="0" cy="0"/>
        </a:xfrm>
      </p:grpSpPr>
      <p:sp>
        <p:nvSpPr>
          <p:cNvPr id="76" name="Google Shape;76;p47"/>
          <p:cNvSpPr txBox="1">
            <a:spLocks noGrp="1"/>
          </p:cNvSpPr>
          <p:nvPr>
            <p:ph type="title"/>
          </p:nvPr>
        </p:nvSpPr>
        <p:spPr>
          <a:xfrm>
            <a:off x="581193" y="4693389"/>
            <a:ext cx="11029616"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accent1"/>
              </a:buClr>
              <a:buSzPts val="2400"/>
              <a:buFont typeface="Gill Sans"/>
              <a:buNone/>
              <a:defRPr sz="2400" b="0">
                <a:solidFill>
                  <a:schemeClr val="accent1"/>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47"/>
          <p:cNvSpPr>
            <a:spLocks noGrp="1"/>
          </p:cNvSpPr>
          <p:nvPr>
            <p:ph type="pic" idx="2"/>
          </p:nvPr>
        </p:nvSpPr>
        <p:spPr>
          <a:xfrm>
            <a:off x="447817" y="599725"/>
            <a:ext cx="11290859" cy="3557252"/>
          </a:xfrm>
          <a:prstGeom prst="rect">
            <a:avLst/>
          </a:prstGeom>
          <a:noFill/>
          <a:ln>
            <a:noFill/>
          </a:ln>
        </p:spPr>
      </p:sp>
      <p:sp>
        <p:nvSpPr>
          <p:cNvPr id="78" name="Google Shape;78;p47"/>
          <p:cNvSpPr txBox="1">
            <a:spLocks noGrp="1"/>
          </p:cNvSpPr>
          <p:nvPr>
            <p:ph type="body" idx="1"/>
          </p:nvPr>
        </p:nvSpPr>
        <p:spPr>
          <a:xfrm>
            <a:off x="581192" y="5260127"/>
            <a:ext cx="11029617" cy="598671"/>
          </a:xfrm>
          <a:prstGeom prst="rect">
            <a:avLst/>
          </a:prstGeom>
          <a:noFill/>
          <a:ln>
            <a:noFill/>
          </a:ln>
        </p:spPr>
        <p:txBody>
          <a:bodyPr spcFirstLastPara="1" wrap="square" lIns="91425" tIns="45700" rIns="91425" bIns="45700" anchor="ctr" anchorCtr="0">
            <a:normAutofit/>
          </a:bodyPr>
          <a:lstStyle>
            <a:lvl1pPr marL="457200" lvl="0" indent="-228600" algn="l">
              <a:lnSpc>
                <a:spcPct val="100000"/>
              </a:lnSpc>
              <a:spcBef>
                <a:spcPts val="240"/>
              </a:spcBef>
              <a:spcAft>
                <a:spcPts val="0"/>
              </a:spcAft>
              <a:buSzPts val="1104"/>
              <a:buNone/>
              <a:defRPr sz="1200"/>
            </a:lvl1pPr>
            <a:lvl2pPr marL="914400" lvl="1" indent="-228600" algn="l">
              <a:lnSpc>
                <a:spcPct val="100000"/>
              </a:lnSpc>
              <a:spcBef>
                <a:spcPts val="600"/>
              </a:spcBef>
              <a:spcAft>
                <a:spcPts val="0"/>
              </a:spcAft>
              <a:buSzPts val="1104"/>
              <a:buNone/>
              <a:defRPr sz="1200"/>
            </a:lvl2pPr>
            <a:lvl3pPr marL="1371600" lvl="2" indent="-228600" algn="l">
              <a:lnSpc>
                <a:spcPct val="100000"/>
              </a:lnSpc>
              <a:spcBef>
                <a:spcPts val="600"/>
              </a:spcBef>
              <a:spcAft>
                <a:spcPts val="0"/>
              </a:spcAft>
              <a:buSzPts val="920"/>
              <a:buNone/>
              <a:defRPr sz="1000"/>
            </a:lvl3pPr>
            <a:lvl4pPr marL="1828800" lvl="3" indent="-228600" algn="l">
              <a:lnSpc>
                <a:spcPct val="100000"/>
              </a:lnSpc>
              <a:spcBef>
                <a:spcPts val="600"/>
              </a:spcBef>
              <a:spcAft>
                <a:spcPts val="0"/>
              </a:spcAft>
              <a:buSzPts val="828"/>
              <a:buNone/>
              <a:defRPr sz="900"/>
            </a:lvl4pPr>
            <a:lvl5pPr marL="2286000" lvl="4" indent="-228600" algn="l">
              <a:lnSpc>
                <a:spcPct val="100000"/>
              </a:lnSpc>
              <a:spcBef>
                <a:spcPts val="600"/>
              </a:spcBef>
              <a:spcAft>
                <a:spcPts val="0"/>
              </a:spcAft>
              <a:buSzPts val="828"/>
              <a:buNone/>
              <a:defRPr sz="900"/>
            </a:lvl5pPr>
            <a:lvl6pPr marL="2743200" lvl="5" indent="-228600" algn="l">
              <a:lnSpc>
                <a:spcPct val="100000"/>
              </a:lnSpc>
              <a:spcBef>
                <a:spcPts val="600"/>
              </a:spcBef>
              <a:spcAft>
                <a:spcPts val="0"/>
              </a:spcAft>
              <a:buSzPts val="828"/>
              <a:buNone/>
              <a:defRPr sz="900"/>
            </a:lvl6pPr>
            <a:lvl7pPr marL="3200400" lvl="6" indent="-228600" algn="l">
              <a:lnSpc>
                <a:spcPct val="100000"/>
              </a:lnSpc>
              <a:spcBef>
                <a:spcPts val="600"/>
              </a:spcBef>
              <a:spcAft>
                <a:spcPts val="0"/>
              </a:spcAft>
              <a:buSzPts val="828"/>
              <a:buNone/>
              <a:defRPr sz="900"/>
            </a:lvl7pPr>
            <a:lvl8pPr marL="3657600" lvl="7" indent="-228600" algn="l">
              <a:lnSpc>
                <a:spcPct val="100000"/>
              </a:lnSpc>
              <a:spcBef>
                <a:spcPts val="600"/>
              </a:spcBef>
              <a:spcAft>
                <a:spcPts val="0"/>
              </a:spcAft>
              <a:buSzPts val="828"/>
              <a:buNone/>
              <a:defRPr sz="900"/>
            </a:lvl8pPr>
            <a:lvl9pPr marL="4114800" lvl="8" indent="-228600" algn="l">
              <a:lnSpc>
                <a:spcPct val="100000"/>
              </a:lnSpc>
              <a:spcBef>
                <a:spcPts val="600"/>
              </a:spcBef>
              <a:spcAft>
                <a:spcPts val="600"/>
              </a:spcAft>
              <a:buSzPts val="828"/>
              <a:buNone/>
              <a:defRPr sz="900"/>
            </a:lvl9pPr>
          </a:lstStyle>
          <a:p>
            <a:endParaRPr/>
          </a:p>
        </p:txBody>
      </p:sp>
      <p:sp>
        <p:nvSpPr>
          <p:cNvPr id="79" name="Google Shape;79;p47"/>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47"/>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1" name="Google Shape;81;p47"/>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ítulo y texto vertical" type="vertTx">
  <p:cSld name="VERTICAL_TEXT">
    <p:spTree>
      <p:nvGrpSpPr>
        <p:cNvPr id="1" name="Shape 82"/>
        <p:cNvGrpSpPr/>
        <p:nvPr/>
      </p:nvGrpSpPr>
      <p:grpSpPr>
        <a:xfrm>
          <a:off x="0" y="0"/>
          <a:ext cx="0" cy="0"/>
          <a:chOff x="0" y="0"/>
          <a:chExt cx="0" cy="0"/>
        </a:xfrm>
      </p:grpSpPr>
      <p:sp>
        <p:nvSpPr>
          <p:cNvPr id="83" name="Google Shape;83;p48"/>
          <p:cNvSpPr/>
          <p:nvPr/>
        </p:nvSpPr>
        <p:spPr>
          <a:xfrm>
            <a:off x="440286" y="614407"/>
            <a:ext cx="11309338" cy="1189298"/>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4" name="Google Shape;84;p4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48"/>
          <p:cNvSpPr txBox="1">
            <a:spLocks noGrp="1"/>
          </p:cNvSpPr>
          <p:nvPr>
            <p:ph type="body" idx="1"/>
          </p:nvPr>
        </p:nvSpPr>
        <p:spPr>
          <a:xfrm rot="5400000">
            <a:off x="4334603" y="-1417408"/>
            <a:ext cx="3522794" cy="11029616"/>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22072" algn="l">
              <a:lnSpc>
                <a:spcPct val="100000"/>
              </a:lnSpc>
              <a:spcBef>
                <a:spcPts val="600"/>
              </a:spcBef>
              <a:spcAft>
                <a:spcPts val="0"/>
              </a:spcAft>
              <a:buSzPts val="1472"/>
              <a:buChar char="◼"/>
              <a:defRPr/>
            </a:lvl2pPr>
            <a:lvl3pPr marL="1371600" lvl="2" indent="-310388" algn="l">
              <a:lnSpc>
                <a:spcPct val="100000"/>
              </a:lnSpc>
              <a:spcBef>
                <a:spcPts val="600"/>
              </a:spcBef>
              <a:spcAft>
                <a:spcPts val="0"/>
              </a:spcAft>
              <a:buSzPts val="1288"/>
              <a:buChar char="◼"/>
              <a:defRPr/>
            </a:lvl3pPr>
            <a:lvl4pPr marL="1828800" lvl="3" indent="-298703" algn="l">
              <a:lnSpc>
                <a:spcPct val="100000"/>
              </a:lnSpc>
              <a:spcBef>
                <a:spcPts val="600"/>
              </a:spcBef>
              <a:spcAft>
                <a:spcPts val="0"/>
              </a:spcAft>
              <a:buSzPts val="1104"/>
              <a:buChar char="◼"/>
              <a:defRPr/>
            </a:lvl4pPr>
            <a:lvl5pPr marL="2286000" lvl="4" indent="-298704" algn="l">
              <a:lnSpc>
                <a:spcPct val="100000"/>
              </a:lnSpc>
              <a:spcBef>
                <a:spcPts val="600"/>
              </a:spcBef>
              <a:spcAft>
                <a:spcPts val="0"/>
              </a:spcAft>
              <a:buSzPts val="1104"/>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86" name="Google Shape;86;p4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4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8" name="Google Shape;88;p4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ítulo vertical y texto" type="vertTitleAndTx">
  <p:cSld name="VERTICAL_TITLE_AND_VERTICAL_TEXT">
    <p:spTree>
      <p:nvGrpSpPr>
        <p:cNvPr id="1" name="Shape 89"/>
        <p:cNvGrpSpPr/>
        <p:nvPr/>
      </p:nvGrpSpPr>
      <p:grpSpPr>
        <a:xfrm>
          <a:off x="0" y="0"/>
          <a:ext cx="0" cy="0"/>
          <a:chOff x="0" y="0"/>
          <a:chExt cx="0" cy="0"/>
        </a:xfrm>
      </p:grpSpPr>
      <p:sp>
        <p:nvSpPr>
          <p:cNvPr id="90" name="Google Shape;90;p49"/>
          <p:cNvSpPr/>
          <p:nvPr/>
        </p:nvSpPr>
        <p:spPr>
          <a:xfrm>
            <a:off x="8839201" y="599725"/>
            <a:ext cx="2906817" cy="5816950"/>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91" name="Google Shape;91;p49"/>
          <p:cNvSpPr txBox="1">
            <a:spLocks noGrp="1"/>
          </p:cNvSpPr>
          <p:nvPr>
            <p:ph type="title"/>
          </p:nvPr>
        </p:nvSpPr>
        <p:spPr>
          <a:xfrm rot="5400000">
            <a:off x="7249746" y="2265181"/>
            <a:ext cx="5183073" cy="2004164"/>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lt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2" name="Google Shape;92;p49"/>
          <p:cNvSpPr txBox="1">
            <a:spLocks noGrp="1"/>
          </p:cNvSpPr>
          <p:nvPr>
            <p:ph type="body" idx="1"/>
          </p:nvPr>
        </p:nvSpPr>
        <p:spPr>
          <a:xfrm rot="5400000">
            <a:off x="2131526" y="-680877"/>
            <a:ext cx="5183073" cy="7896279"/>
          </a:xfrm>
          <a:prstGeom prst="rect">
            <a:avLst/>
          </a:prstGeom>
          <a:noFill/>
          <a:ln>
            <a:noFill/>
          </a:ln>
        </p:spPr>
        <p:txBody>
          <a:bodyPr spcFirstLastPara="1" wrap="square" lIns="91425" tIns="45700" rIns="91425" bIns="45700" anchor="t" anchorCtr="0">
            <a:normAutofit/>
          </a:bodyPr>
          <a:lstStyle>
            <a:lvl1pPr marL="457200" lvl="0" indent="-333756" algn="l">
              <a:lnSpc>
                <a:spcPct val="100000"/>
              </a:lnSpc>
              <a:spcBef>
                <a:spcPts val="360"/>
              </a:spcBef>
              <a:spcAft>
                <a:spcPts val="0"/>
              </a:spcAft>
              <a:buSzPts val="1656"/>
              <a:buChar char="◼"/>
              <a:defRPr/>
            </a:lvl1pPr>
            <a:lvl2pPr marL="914400" lvl="1" indent="-333756" algn="l">
              <a:lnSpc>
                <a:spcPct val="100000"/>
              </a:lnSpc>
              <a:spcBef>
                <a:spcPts val="600"/>
              </a:spcBef>
              <a:spcAft>
                <a:spcPts val="0"/>
              </a:spcAft>
              <a:buSzPts val="1656"/>
              <a:buChar char="◼"/>
              <a:defRPr/>
            </a:lvl2pPr>
            <a:lvl3pPr marL="1371600" lvl="2" indent="-333756" algn="l">
              <a:lnSpc>
                <a:spcPct val="100000"/>
              </a:lnSpc>
              <a:spcBef>
                <a:spcPts val="600"/>
              </a:spcBef>
              <a:spcAft>
                <a:spcPts val="0"/>
              </a:spcAft>
              <a:buSzPts val="1656"/>
              <a:buChar char="◼"/>
              <a:defRPr/>
            </a:lvl3pPr>
            <a:lvl4pPr marL="1828800" lvl="3" indent="-333756" algn="l">
              <a:lnSpc>
                <a:spcPct val="100000"/>
              </a:lnSpc>
              <a:spcBef>
                <a:spcPts val="600"/>
              </a:spcBef>
              <a:spcAft>
                <a:spcPts val="0"/>
              </a:spcAft>
              <a:buSzPts val="1656"/>
              <a:buChar char="◼"/>
              <a:defRPr/>
            </a:lvl4pPr>
            <a:lvl5pPr marL="2286000" lvl="4" indent="-333756" algn="l">
              <a:lnSpc>
                <a:spcPct val="100000"/>
              </a:lnSpc>
              <a:spcBef>
                <a:spcPts val="600"/>
              </a:spcBef>
              <a:spcAft>
                <a:spcPts val="0"/>
              </a:spcAft>
              <a:buSzPts val="1656"/>
              <a:buChar char="◼"/>
              <a:defRPr/>
            </a:lvl5pPr>
            <a:lvl6pPr marL="2743200" lvl="5" indent="-333756" algn="l">
              <a:lnSpc>
                <a:spcPct val="100000"/>
              </a:lnSpc>
              <a:spcBef>
                <a:spcPts val="600"/>
              </a:spcBef>
              <a:spcAft>
                <a:spcPts val="0"/>
              </a:spcAft>
              <a:buSzPts val="1656"/>
              <a:buChar char="◼"/>
              <a:defRPr/>
            </a:lvl6pPr>
            <a:lvl7pPr marL="3200400" lvl="6" indent="-333756" algn="l">
              <a:lnSpc>
                <a:spcPct val="100000"/>
              </a:lnSpc>
              <a:spcBef>
                <a:spcPts val="600"/>
              </a:spcBef>
              <a:spcAft>
                <a:spcPts val="0"/>
              </a:spcAft>
              <a:buSzPts val="1656"/>
              <a:buChar char="◼"/>
              <a:defRPr/>
            </a:lvl7pPr>
            <a:lvl8pPr marL="3657600" lvl="7" indent="-333756" algn="l">
              <a:lnSpc>
                <a:spcPct val="100000"/>
              </a:lnSpc>
              <a:spcBef>
                <a:spcPts val="600"/>
              </a:spcBef>
              <a:spcAft>
                <a:spcPts val="0"/>
              </a:spcAft>
              <a:buSzPts val="1656"/>
              <a:buChar char="◼"/>
              <a:defRPr/>
            </a:lvl8pPr>
            <a:lvl9pPr marL="4114800" lvl="8" indent="-333756" algn="l">
              <a:lnSpc>
                <a:spcPct val="100000"/>
              </a:lnSpc>
              <a:spcBef>
                <a:spcPts val="600"/>
              </a:spcBef>
              <a:spcAft>
                <a:spcPts val="600"/>
              </a:spcAft>
              <a:buSzPts val="1656"/>
              <a:buChar char="◼"/>
              <a:defRPr/>
            </a:lvl9pPr>
          </a:lstStyle>
          <a:p>
            <a:endParaRPr/>
          </a:p>
        </p:txBody>
      </p:sp>
      <p:sp>
        <p:nvSpPr>
          <p:cNvPr id="93" name="Google Shape;93;p49"/>
          <p:cNvSpPr txBox="1">
            <a:spLocks noGrp="1"/>
          </p:cNvSpPr>
          <p:nvPr>
            <p:ph type="dt" idx="10"/>
          </p:nvPr>
        </p:nvSpPr>
        <p:spPr>
          <a:xfrm>
            <a:off x="8993673" y="5956137"/>
            <a:ext cx="1328141" cy="365125"/>
          </a:xfrm>
          <a:prstGeom prst="rect">
            <a:avLst/>
          </a:prstGeom>
          <a:noFill/>
          <a:ln>
            <a:noFill/>
          </a:ln>
        </p:spPr>
        <p:txBody>
          <a:bodyPr spcFirstLastPara="1" wrap="square" lIns="91425" tIns="45700" rIns="91425" bIns="45700" anchor="ctr" anchorCtr="0">
            <a:noAutofit/>
          </a:bodyPr>
          <a:lstStyle>
            <a:lvl1pPr lvl="0" algn="r">
              <a:lnSpc>
                <a:spcPct val="100000"/>
              </a:lnSpc>
              <a:spcBef>
                <a:spcPts val="0"/>
              </a:spcBef>
              <a:spcAft>
                <a:spcPts val="0"/>
              </a:spcAft>
              <a:buSzPts val="1400"/>
              <a:buNone/>
              <a:defRPr>
                <a:solidFill>
                  <a:srgbClr val="2D58AC"/>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49"/>
          <p:cNvSpPr txBox="1">
            <a:spLocks noGrp="1"/>
          </p:cNvSpPr>
          <p:nvPr>
            <p:ph type="ftr" idx="11"/>
          </p:nvPr>
        </p:nvSpPr>
        <p:spPr>
          <a:xfrm>
            <a:off x="774923" y="5951811"/>
            <a:ext cx="7896279"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5" name="Google Shape;95;p49"/>
          <p:cNvSpPr txBox="1">
            <a:spLocks noGrp="1"/>
          </p:cNvSpPr>
          <p:nvPr>
            <p:ph type="sldNum" idx="12"/>
          </p:nvPr>
        </p:nvSpPr>
        <p:spPr>
          <a:xfrm>
            <a:off x="10446615" y="5956137"/>
            <a:ext cx="1164195"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1pPr>
            <a:lvl2pPr marL="0" marR="0" lvl="1"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2pPr>
            <a:lvl3pPr marL="0" marR="0" lvl="2"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3pPr>
            <a:lvl4pPr marL="0" marR="0" lvl="3"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4pPr>
            <a:lvl5pPr marL="0" marR="0" lvl="4"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5pPr>
            <a:lvl6pPr marL="0" marR="0" lvl="5"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6pPr>
            <a:lvl7pPr marL="0" marR="0" lvl="6"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7pPr>
            <a:lvl8pPr marL="0" marR="0" lvl="7"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8pPr>
            <a:lvl9pPr marL="0" marR="0" lvl="8" indent="0" algn="r">
              <a:lnSpc>
                <a:spcPct val="100000"/>
              </a:lnSpc>
              <a:spcBef>
                <a:spcPts val="0"/>
              </a:spcBef>
              <a:spcAft>
                <a:spcPts val="0"/>
              </a:spcAft>
              <a:buClr>
                <a:srgbClr val="000000"/>
              </a:buClr>
              <a:buSzPts val="900"/>
              <a:buFont typeface="Arial"/>
              <a:buNone/>
              <a:defRPr sz="900" b="0" i="0" u="none" strike="noStrike" cap="none">
                <a:solidFill>
                  <a:srgbClr val="2D58AC"/>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38"/>
          <p:cNvSpPr txBox="1">
            <a:spLocks noGrp="1"/>
          </p:cNvSpPr>
          <p:nvPr>
            <p:ph type="title"/>
          </p:nvPr>
        </p:nvSpPr>
        <p:spPr>
          <a:xfrm>
            <a:off x="581192" y="705124"/>
            <a:ext cx="11029616" cy="1189554"/>
          </a:xfrm>
          <a:prstGeom prst="rect">
            <a:avLst/>
          </a:prstGeom>
          <a:noFill/>
          <a:ln>
            <a:noFill/>
          </a:ln>
        </p:spPr>
        <p:txBody>
          <a:bodyPr spcFirstLastPara="1" wrap="square" lIns="91425" tIns="45700" rIns="91425" bIns="45700" anchor="b" anchorCtr="0">
            <a:normAutofit/>
          </a:bodyPr>
          <a:lstStyle>
            <a:lvl1pPr marR="0" lvl="0" algn="l" rtl="0">
              <a:lnSpc>
                <a:spcPct val="100000"/>
              </a:lnSpc>
              <a:spcBef>
                <a:spcPts val="0"/>
              </a:spcBef>
              <a:spcAft>
                <a:spcPts val="0"/>
              </a:spcAft>
              <a:buClr>
                <a:schemeClr val="lt1"/>
              </a:buClr>
              <a:buSzPts val="2800"/>
              <a:buFont typeface="Gill Sans"/>
              <a:buNone/>
              <a:defRPr sz="2800" b="0" i="0" u="none" strike="noStrike" cap="none">
                <a:solidFill>
                  <a:schemeClr val="lt1"/>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2"/>
                </a:solidFill>
                <a:latin typeface="Arial"/>
                <a:ea typeface="Arial"/>
                <a:cs typeface="Arial"/>
                <a:sym typeface="Arial"/>
              </a:defRPr>
            </a:lvl9pPr>
          </a:lstStyle>
          <a:p>
            <a:endParaRPr/>
          </a:p>
        </p:txBody>
      </p:sp>
      <p:sp>
        <p:nvSpPr>
          <p:cNvPr id="11" name="Google Shape;11;p38"/>
          <p:cNvSpPr txBox="1">
            <a:spLocks noGrp="1"/>
          </p:cNvSpPr>
          <p:nvPr>
            <p:ph type="body" idx="1"/>
          </p:nvPr>
        </p:nvSpPr>
        <p:spPr>
          <a:xfrm>
            <a:off x="581192" y="2336003"/>
            <a:ext cx="11029616" cy="3522794"/>
          </a:xfrm>
          <a:prstGeom prst="rect">
            <a:avLst/>
          </a:prstGeom>
          <a:noFill/>
          <a:ln>
            <a:noFill/>
          </a:ln>
        </p:spPr>
        <p:txBody>
          <a:bodyPr spcFirstLastPara="1" wrap="square" lIns="91425" tIns="45700" rIns="91425" bIns="45700" anchor="ctr" anchorCtr="0">
            <a:normAutofit/>
          </a:bodyPr>
          <a:lstStyle>
            <a:lvl1pPr marL="457200" marR="0" lvl="0" indent="-333756" algn="l" rtl="0">
              <a:lnSpc>
                <a:spcPct val="100000"/>
              </a:lnSpc>
              <a:spcBef>
                <a:spcPts val="360"/>
              </a:spcBef>
              <a:spcAft>
                <a:spcPts val="0"/>
              </a:spcAft>
              <a:buClr>
                <a:schemeClr val="accent2"/>
              </a:buClr>
              <a:buSzPts val="1656"/>
              <a:buFont typeface="Noto Sans Symbols"/>
              <a:buChar char="◼"/>
              <a:defRPr sz="1800" b="0" i="0" u="none" strike="noStrike" cap="none">
                <a:solidFill>
                  <a:schemeClr val="dk2"/>
                </a:solidFill>
                <a:latin typeface="Gill Sans"/>
                <a:ea typeface="Gill Sans"/>
                <a:cs typeface="Gill Sans"/>
                <a:sym typeface="Gill Sans"/>
              </a:defRPr>
            </a:lvl1pPr>
            <a:lvl2pPr marL="914400" marR="0" lvl="1" indent="-322072" algn="l" rtl="0">
              <a:lnSpc>
                <a:spcPct val="100000"/>
              </a:lnSpc>
              <a:spcBef>
                <a:spcPts val="600"/>
              </a:spcBef>
              <a:spcAft>
                <a:spcPts val="0"/>
              </a:spcAft>
              <a:buClr>
                <a:schemeClr val="accent2"/>
              </a:buClr>
              <a:buSzPts val="1472"/>
              <a:buFont typeface="Noto Sans Symbols"/>
              <a:buChar char="◼"/>
              <a:defRPr sz="1600" b="0" i="0" u="none" strike="noStrike" cap="none">
                <a:solidFill>
                  <a:schemeClr val="dk2"/>
                </a:solidFill>
                <a:latin typeface="Gill Sans"/>
                <a:ea typeface="Gill Sans"/>
                <a:cs typeface="Gill Sans"/>
                <a:sym typeface="Gill Sans"/>
              </a:defRPr>
            </a:lvl2pPr>
            <a:lvl3pPr marL="1371600" marR="0" lvl="2" indent="-310388" algn="l" rtl="0">
              <a:lnSpc>
                <a:spcPct val="100000"/>
              </a:lnSpc>
              <a:spcBef>
                <a:spcPts val="600"/>
              </a:spcBef>
              <a:spcAft>
                <a:spcPts val="0"/>
              </a:spcAft>
              <a:buClr>
                <a:schemeClr val="accent2"/>
              </a:buClr>
              <a:buSzPts val="1288"/>
              <a:buFont typeface="Noto Sans Symbols"/>
              <a:buChar char="◼"/>
              <a:defRPr sz="1400" b="0" i="0" u="none" strike="noStrike" cap="none">
                <a:solidFill>
                  <a:schemeClr val="dk2"/>
                </a:solidFill>
                <a:latin typeface="Gill Sans"/>
                <a:ea typeface="Gill Sans"/>
                <a:cs typeface="Gill Sans"/>
                <a:sym typeface="Gill Sans"/>
              </a:defRPr>
            </a:lvl3pPr>
            <a:lvl4pPr marL="1828800" marR="0" lvl="3"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4pPr>
            <a:lvl5pPr marL="2286000" marR="0" lvl="4"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5pPr>
            <a:lvl6pPr marL="2743200" marR="0" lvl="5"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6pPr>
            <a:lvl7pPr marL="3200400" marR="0" lvl="6" indent="-298704"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7pPr>
            <a:lvl8pPr marL="3657600" marR="0" lvl="7" indent="-298703" algn="l" rtl="0">
              <a:lnSpc>
                <a:spcPct val="100000"/>
              </a:lnSpc>
              <a:spcBef>
                <a:spcPts val="600"/>
              </a:spcBef>
              <a:spcAft>
                <a:spcPts val="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8pPr>
            <a:lvl9pPr marL="4114800" marR="0" lvl="8" indent="-298703" algn="l" rtl="0">
              <a:lnSpc>
                <a:spcPct val="100000"/>
              </a:lnSpc>
              <a:spcBef>
                <a:spcPts val="600"/>
              </a:spcBef>
              <a:spcAft>
                <a:spcPts val="600"/>
              </a:spcAft>
              <a:buClr>
                <a:schemeClr val="accent2"/>
              </a:buClr>
              <a:buSzPts val="1104"/>
              <a:buFont typeface="Noto Sans Symbols"/>
              <a:buChar char="◼"/>
              <a:defRPr sz="1200" b="0" i="0" u="none" strike="noStrike" cap="none">
                <a:solidFill>
                  <a:schemeClr val="dk2"/>
                </a:solidFill>
                <a:latin typeface="Gill Sans"/>
                <a:ea typeface="Gill Sans"/>
                <a:cs typeface="Gill Sans"/>
                <a:sym typeface="Gill Sans"/>
              </a:defRPr>
            </a:lvl9pPr>
          </a:lstStyle>
          <a:p>
            <a:endParaRPr/>
          </a:p>
        </p:txBody>
      </p:sp>
      <p:sp>
        <p:nvSpPr>
          <p:cNvPr id="12" name="Google Shape;12;p38"/>
          <p:cNvSpPr txBox="1">
            <a:spLocks noGrp="1"/>
          </p:cNvSpPr>
          <p:nvPr>
            <p:ph type="dt" idx="10"/>
          </p:nvPr>
        </p:nvSpPr>
        <p:spPr>
          <a:xfrm>
            <a:off x="7605951" y="5956137"/>
            <a:ext cx="2844799" cy="365125"/>
          </a:xfrm>
          <a:prstGeom prst="rect">
            <a:avLst/>
          </a:prstGeom>
          <a:noFill/>
          <a:ln>
            <a:noFill/>
          </a:ln>
        </p:spPr>
        <p:txBody>
          <a:bodyPr spcFirstLastPara="1" wrap="square" lIns="91425" tIns="45700" rIns="91425" bIns="45700" anchor="ctr" anchorCtr="0">
            <a:noAutofit/>
          </a:bodyPr>
          <a:lstStyle>
            <a:lvl1pPr marR="0" lvl="0" algn="r"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3" name="Google Shape;13;p38"/>
          <p:cNvSpPr txBox="1">
            <a:spLocks noGrp="1"/>
          </p:cNvSpPr>
          <p:nvPr>
            <p:ph type="ftr" idx="11"/>
          </p:nvPr>
        </p:nvSpPr>
        <p:spPr>
          <a:xfrm>
            <a:off x="581192" y="5951811"/>
            <a:ext cx="691721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chemeClr val="accent2"/>
                </a:solidFill>
                <a:latin typeface="Gill Sans"/>
                <a:ea typeface="Gill Sans"/>
                <a:cs typeface="Gill Sans"/>
                <a:sym typeface="Gill Sans"/>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Gill Sans"/>
                <a:ea typeface="Gill Sans"/>
                <a:cs typeface="Gill Sans"/>
                <a:sym typeface="Gill Sans"/>
              </a:defRPr>
            </a:lvl9pPr>
          </a:lstStyle>
          <a:p>
            <a:endParaRPr/>
          </a:p>
        </p:txBody>
      </p:sp>
      <p:sp>
        <p:nvSpPr>
          <p:cNvPr id="14" name="Google Shape;14;p38"/>
          <p:cNvSpPr txBox="1">
            <a:spLocks noGrp="1"/>
          </p:cNvSpPr>
          <p:nvPr>
            <p:ph type="sldNum" idx="12"/>
          </p:nvPr>
        </p:nvSpPr>
        <p:spPr>
          <a:xfrm>
            <a:off x="10558300" y="5956137"/>
            <a:ext cx="105251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chemeClr val="accent2"/>
                </a:solidFill>
                <a:latin typeface="Gill Sans"/>
                <a:ea typeface="Gill Sans"/>
                <a:cs typeface="Gill Sans"/>
                <a:sym typeface="Gill Sans"/>
              </a:defRPr>
            </a:lvl9pPr>
          </a:lstStyle>
          <a:p>
            <a:pPr marL="0" lvl="0" indent="0" algn="r" rtl="0">
              <a:spcBef>
                <a:spcPts val="0"/>
              </a:spcBef>
              <a:spcAft>
                <a:spcPts val="0"/>
              </a:spcAft>
              <a:buNone/>
            </a:pPr>
            <a:fld id="{00000000-1234-1234-1234-123412341234}" type="slidenum">
              <a:rPr lang="es-ES"/>
              <a:t>‹Nº›</a:t>
            </a:fld>
            <a:endParaRPr/>
          </a:p>
        </p:txBody>
      </p:sp>
      <p:sp>
        <p:nvSpPr>
          <p:cNvPr id="15" name="Google Shape;15;p38"/>
          <p:cNvSpPr/>
          <p:nvPr/>
        </p:nvSpPr>
        <p:spPr>
          <a:xfrm>
            <a:off x="446534" y="457200"/>
            <a:ext cx="3703320" cy="94997"/>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 name="Google Shape;16;p38"/>
          <p:cNvSpPr/>
          <p:nvPr/>
        </p:nvSpPr>
        <p:spPr>
          <a:xfrm>
            <a:off x="8042147" y="453643"/>
            <a:ext cx="370332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7" name="Google Shape;17;p38"/>
          <p:cNvSpPr/>
          <p:nvPr/>
        </p:nvSpPr>
        <p:spPr>
          <a:xfrm>
            <a:off x="4241830" y="457200"/>
            <a:ext cx="3703320" cy="91440"/>
          </a:xfrm>
          <a:prstGeom prst="rect">
            <a:avLst/>
          </a:prstGeom>
          <a:solidFill>
            <a:schemeClr val="accen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5.png"/></Relationships>
</file>

<file path=ppt/slides/_rels/slide7.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1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19.jpeg"/></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oracle.com/java/technologies/java-ee-glance.html"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99"/>
        <p:cNvGrpSpPr/>
        <p:nvPr/>
      </p:nvGrpSpPr>
      <p:grpSpPr>
        <a:xfrm>
          <a:off x="0" y="0"/>
          <a:ext cx="0" cy="0"/>
          <a:chOff x="0" y="0"/>
          <a:chExt cx="0" cy="0"/>
        </a:xfrm>
      </p:grpSpPr>
      <p:sp>
        <p:nvSpPr>
          <p:cNvPr id="100" name="Google Shape;100;p1"/>
          <p:cNvSpPr txBox="1">
            <a:spLocks noGrp="1"/>
          </p:cNvSpPr>
          <p:nvPr>
            <p:ph type="ctrTitle"/>
          </p:nvPr>
        </p:nvSpPr>
        <p:spPr>
          <a:xfrm>
            <a:off x="517945" y="3608618"/>
            <a:ext cx="10993549" cy="1540782"/>
          </a:xfrm>
          <a:prstGeom prst="rect">
            <a:avLst/>
          </a:prstGeom>
          <a:noFill/>
          <a:ln>
            <a:noFill/>
          </a:ln>
        </p:spPr>
        <p:txBody>
          <a:bodyPr spcFirstLastPara="1" wrap="square" lIns="91425" tIns="45700" rIns="91425" bIns="45700" anchor="b" anchorCtr="0">
            <a:normAutofit fontScale="90000"/>
          </a:bodyPr>
          <a:lstStyle/>
          <a:p>
            <a:pPr algn="ctr">
              <a:buClr>
                <a:schemeClr val="lt1"/>
              </a:buClr>
            </a:pPr>
            <a:r>
              <a:rPr lang="es-EC" dirty="0">
                <a:solidFill>
                  <a:schemeClr val="lt1"/>
                </a:solidFill>
              </a:rPr>
              <a:t>CONVERSIÓN DE UNIDADES SOAP EN JAVA SIN BASE DE DATOS </a:t>
            </a:r>
            <a:br>
              <a:rPr lang="es-EC" dirty="0"/>
            </a:br>
            <a:endParaRPr dirty="0">
              <a:solidFill>
                <a:schemeClr val="lt1"/>
              </a:solidFill>
            </a:endParaRPr>
          </a:p>
        </p:txBody>
      </p:sp>
      <p:sp>
        <p:nvSpPr>
          <p:cNvPr id="101" name="Google Shape;101;p1"/>
          <p:cNvSpPr txBox="1">
            <a:spLocks noGrp="1"/>
          </p:cNvSpPr>
          <p:nvPr>
            <p:ph type="subTitle" idx="1"/>
          </p:nvPr>
        </p:nvSpPr>
        <p:spPr>
          <a:xfrm>
            <a:off x="599226" y="5149400"/>
            <a:ext cx="4734774" cy="1235358"/>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72"/>
              <a:buNone/>
            </a:pPr>
            <a:r>
              <a:rPr lang="es-ES" b="1" dirty="0">
                <a:solidFill>
                  <a:schemeClr val="lt1"/>
                </a:solidFill>
              </a:rPr>
              <a:t>INTEGRANTES: 	Ariel Reyes</a:t>
            </a:r>
          </a:p>
          <a:p>
            <a:pPr marL="0" lvl="0" indent="0" algn="l" rtl="0">
              <a:lnSpc>
                <a:spcPct val="100000"/>
              </a:lnSpc>
              <a:spcBef>
                <a:spcPts val="0"/>
              </a:spcBef>
              <a:spcAft>
                <a:spcPts val="0"/>
              </a:spcAft>
              <a:buSzPts val="1472"/>
              <a:buNone/>
            </a:pPr>
            <a:r>
              <a:rPr lang="es-ES" b="1" dirty="0">
                <a:solidFill>
                  <a:schemeClr val="lt1"/>
                </a:solidFill>
              </a:rPr>
              <a:t>		Anthony Villareal</a:t>
            </a:r>
            <a:endParaRPr dirty="0">
              <a:solidFill>
                <a:schemeClr val="lt1"/>
              </a:solidFill>
            </a:endParaRPr>
          </a:p>
        </p:txBody>
      </p:sp>
      <p:pic>
        <p:nvPicPr>
          <p:cNvPr id="102" name="Google Shape;102;p1" descr="Resultado de imagen para espe"/>
          <p:cNvPicPr preferRelativeResize="0"/>
          <p:nvPr/>
        </p:nvPicPr>
        <p:blipFill rotWithShape="1">
          <a:blip r:embed="rId3">
            <a:alphaModFix/>
          </a:blip>
          <a:srcRect/>
          <a:stretch/>
        </p:blipFill>
        <p:spPr>
          <a:xfrm>
            <a:off x="319597" y="716302"/>
            <a:ext cx="11647502" cy="2193925"/>
          </a:xfrm>
          <a:prstGeom prst="rect">
            <a:avLst/>
          </a:prstGeom>
          <a:noFill/>
          <a:ln>
            <a:noFill/>
          </a:ln>
        </p:spPr>
      </p:pic>
      <p:sp>
        <p:nvSpPr>
          <p:cNvPr id="103" name="Google Shape;103;p1"/>
          <p:cNvSpPr txBox="1"/>
          <p:nvPr/>
        </p:nvSpPr>
        <p:spPr>
          <a:xfrm>
            <a:off x="7874425" y="5149400"/>
            <a:ext cx="3718500" cy="1324800"/>
          </a:xfrm>
          <a:prstGeom prst="rect">
            <a:avLst/>
          </a:prstGeom>
          <a:noFill/>
          <a:ln>
            <a:noFill/>
          </a:ln>
        </p:spPr>
        <p:txBody>
          <a:bodyPr spcFirstLastPara="1" wrap="square" lIns="91425" tIns="45700" rIns="91425" bIns="45700" anchor="t" anchorCtr="0">
            <a:noAutofit/>
          </a:bodyPr>
          <a:lstStyle/>
          <a:p>
            <a:r>
              <a:rPr lang="es-ES" sz="1600" b="1" i="0" u="none" strike="noStrike" cap="none" dirty="0">
                <a:solidFill>
                  <a:schemeClr val="lt1"/>
                </a:solidFill>
                <a:latin typeface="Gill Sans"/>
                <a:ea typeface="Gill Sans"/>
                <a:cs typeface="Gill Sans"/>
                <a:sym typeface="Gill Sans"/>
              </a:rPr>
              <a:t>NRC:	</a:t>
            </a:r>
            <a:r>
              <a:rPr lang="es-EC" sz="1600" dirty="0">
                <a:solidFill>
                  <a:schemeClr val="lt1"/>
                </a:solidFill>
                <a:latin typeface="Gill Sans"/>
              </a:rPr>
              <a:t>30742</a:t>
            </a: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FECHA: </a:t>
            </a:r>
            <a:r>
              <a:rPr lang="es-MX" sz="1600" b="1" dirty="0">
                <a:solidFill>
                  <a:schemeClr val="lt1"/>
                </a:solidFill>
                <a:latin typeface="Gill Sans"/>
                <a:ea typeface="Gill Sans"/>
                <a:cs typeface="Gill Sans"/>
                <a:sym typeface="Gill Sans"/>
              </a:rPr>
              <a:t>13</a:t>
            </a:r>
            <a:r>
              <a:rPr lang="es-MX" sz="1600" b="1" i="0" u="none" strike="noStrike" cap="none" dirty="0">
                <a:solidFill>
                  <a:schemeClr val="lt1"/>
                </a:solidFill>
                <a:latin typeface="Gill Sans"/>
                <a:ea typeface="Gill Sans"/>
                <a:cs typeface="Gill Sans"/>
                <a:sym typeface="Gill Sans"/>
              </a:rPr>
              <a:t>/05/2026</a:t>
            </a:r>
            <a:endParaRPr sz="1400" b="0" i="0" u="none" strike="noStrike" cap="none" dirty="0">
              <a:solidFill>
                <a:srgbClr val="000000"/>
              </a:solidFill>
              <a:latin typeface="Arial"/>
              <a:ea typeface="Arial"/>
              <a:cs typeface="Arial"/>
              <a:sym typeface="Arial"/>
            </a:endParaRPr>
          </a:p>
          <a:p>
            <a:pPr marL="0" marR="0" lvl="0" indent="0" algn="l" rtl="0">
              <a:lnSpc>
                <a:spcPct val="100000"/>
              </a:lnSpc>
              <a:spcBef>
                <a:spcPts val="920"/>
              </a:spcBef>
              <a:spcAft>
                <a:spcPts val="0"/>
              </a:spcAft>
              <a:buClr>
                <a:schemeClr val="accent2"/>
              </a:buClr>
              <a:buSzPts val="1472"/>
              <a:buFont typeface="Noto Sans Symbols"/>
              <a:buNone/>
            </a:pPr>
            <a:r>
              <a:rPr lang="es-ES" sz="1600" b="1" i="0" u="none" strike="noStrike" cap="none" dirty="0">
                <a:solidFill>
                  <a:schemeClr val="lt1"/>
                </a:solidFill>
                <a:latin typeface="Gill Sans"/>
                <a:ea typeface="Gill Sans"/>
                <a:cs typeface="Gill Sans"/>
                <a:sym typeface="Gill Sans"/>
              </a:rPr>
              <a:t>TUTOR:	</a:t>
            </a:r>
            <a:r>
              <a:rPr lang="es-ES" sz="1600" b="0" i="0" u="none" strike="noStrike" cap="none" dirty="0">
                <a:solidFill>
                  <a:schemeClr val="lt1"/>
                </a:solidFill>
                <a:latin typeface="Gill Sans"/>
                <a:ea typeface="Gill Sans"/>
                <a:cs typeface="Gill Sans"/>
                <a:sym typeface="Gill Sans"/>
              </a:rPr>
              <a:t>ING. MAURICIO CAMPAÑA</a:t>
            </a:r>
            <a:endParaRPr sz="1600" b="1" i="0" u="none" strike="noStrike" cap="none" dirty="0">
              <a:solidFill>
                <a:schemeClr val="lt1"/>
              </a:solidFill>
              <a:latin typeface="Gill Sans"/>
              <a:ea typeface="Gill Sans"/>
              <a:cs typeface="Gill Sans"/>
              <a:sym typeface="Gill Sans"/>
            </a:endParaRPr>
          </a:p>
        </p:txBody>
      </p:sp>
      <p:sp>
        <p:nvSpPr>
          <p:cNvPr id="104" name="Google Shape;104;p1"/>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1</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624325" y="1808081"/>
            <a:ext cx="8293914" cy="4649809"/>
            <a:chOff x="0" y="52173"/>
            <a:chExt cx="8269931" cy="3824461"/>
          </a:xfrm>
        </p:grpSpPr>
        <p:sp>
          <p:nvSpPr>
            <p:cNvPr id="113" name="Google Shape;113;p3"/>
            <p:cNvSpPr/>
            <p:nvPr/>
          </p:nvSpPr>
          <p:spPr>
            <a:xfrm>
              <a:off x="0" y="52173"/>
              <a:ext cx="8269800" cy="3824461"/>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33805" y="846009"/>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940705" y="148691"/>
              <a:ext cx="6995400" cy="3296584"/>
            </a:xfrm>
            <a:prstGeom prst="rect">
              <a:avLst/>
            </a:prstGeom>
            <a:noFill/>
            <a:ln>
              <a:noFill/>
            </a:ln>
          </p:spPr>
          <p:txBody>
            <a:bodyPr spcFirstLastPara="1" wrap="square" lIns="116775" tIns="116775" rIns="116775" bIns="116775" anchor="ctr" anchorCtr="0">
              <a:noAutofit/>
            </a:bodyPr>
            <a:lstStyle/>
            <a:p>
              <a:pPr marL="0" marR="0" lvl="0" indent="0" algn="just" rtl="0">
                <a:lnSpc>
                  <a:spcPct val="115000"/>
                </a:lnSpc>
                <a:spcBef>
                  <a:spcPts val="1200"/>
                </a:spcBef>
                <a:spcAft>
                  <a:spcPts val="0"/>
                </a:spcAft>
                <a:buClr>
                  <a:schemeClr val="dk1"/>
                </a:buClr>
                <a:buSzPts val="1100"/>
                <a:buFont typeface="Arial"/>
                <a:buNone/>
              </a:pPr>
              <a:endParaRPr lang="es-MX" sz="23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El objetivo de esta práctica es desarrollar un servicio web en Java que permita la conversión de unidades de longitud entre centímetros y pulgadas. </a:t>
              </a:r>
            </a:p>
            <a:p>
              <a:pPr marL="0" marR="0" lvl="0" indent="0" algn="just" rtl="0">
                <a:lnSpc>
                  <a:spcPct val="115000"/>
                </a:lnSpc>
                <a:spcBef>
                  <a:spcPts val="1200"/>
                </a:spcBef>
                <a:spcAft>
                  <a:spcPts val="0"/>
                </a:spcAft>
                <a:buClr>
                  <a:schemeClr val="dk1"/>
                </a:buClr>
                <a:buSzPts val="1100"/>
                <a:buFont typeface="Arial"/>
                <a:buNone/>
              </a:pPr>
              <a:r>
                <a:rPr lang="es-MX" sz="2300" dirty="0">
                  <a:solidFill>
                    <a:schemeClr val="dk1"/>
                  </a:solidFill>
                  <a:latin typeface="Gill Sans"/>
                </a:rPr>
                <a:t>La práctica busca: </a:t>
              </a:r>
            </a:p>
            <a:p>
              <a:pPr marL="342900" marR="0" lvl="0" indent="-342900" algn="just" rtl="0">
                <a:lnSpc>
                  <a:spcPct val="115000"/>
                </a:lnSpc>
                <a:spcBef>
                  <a:spcPts val="1200"/>
                </a:spcBef>
                <a:spcAft>
                  <a:spcPts val="0"/>
                </a:spcAft>
                <a:buClr>
                  <a:schemeClr val="dk1"/>
                </a:buClr>
                <a:buSzPts val="1100"/>
                <a:buFont typeface="Arial" panose="020B0604020202020204" pitchFamily="34" charset="0"/>
                <a:buChar char="•"/>
              </a:pPr>
              <a:r>
                <a:rPr lang="es-MX" sz="2300" dirty="0">
                  <a:solidFill>
                    <a:schemeClr val="dk1"/>
                  </a:solidFill>
                  <a:latin typeface="Gill Sans"/>
                </a:rPr>
                <a:t>Implementar un servicio web que exponga métodos para convertir unidades de longitud.</a:t>
              </a:r>
            </a:p>
            <a:p>
              <a:pPr marL="342900" indent="-342900" algn="just">
                <a:lnSpc>
                  <a:spcPct val="115000"/>
                </a:lnSpc>
                <a:spcBef>
                  <a:spcPts val="1200"/>
                </a:spcBef>
                <a:buClr>
                  <a:schemeClr val="dk1"/>
                </a:buClr>
                <a:buSzPts val="1100"/>
                <a:buFont typeface="Arial" panose="020B0604020202020204" pitchFamily="34" charset="0"/>
                <a:buChar char="•"/>
              </a:pPr>
              <a:r>
                <a:rPr lang="es-MX" sz="2300" dirty="0">
                  <a:solidFill>
                    <a:schemeClr val="dk1"/>
                  </a:solidFill>
                  <a:latin typeface="Gill Sans"/>
                </a:rPr>
                <a:t>Utilizar la tecnología Java para crear, desplegar y consumir servicios web.</a:t>
              </a:r>
            </a:p>
            <a:p>
              <a:pPr marL="0" marR="0" lvl="0" indent="0" algn="just" rtl="0">
                <a:lnSpc>
                  <a:spcPct val="115000"/>
                </a:lnSpc>
                <a:spcBef>
                  <a:spcPts val="1200"/>
                </a:spcBef>
                <a:spcAft>
                  <a:spcPts val="0"/>
                </a:spcAft>
                <a:buClr>
                  <a:schemeClr val="dk1"/>
                </a:buClr>
                <a:buSzPts val="1100"/>
                <a:buFont typeface="Arial"/>
                <a:buNone/>
              </a:pPr>
              <a:endParaRPr sz="2300" b="0" i="0" u="none" strike="noStrike" cap="none" dirty="0">
                <a:solidFill>
                  <a:schemeClr val="dk1"/>
                </a:solidFill>
                <a:latin typeface="Gill Sans"/>
                <a:ea typeface="Gill Sans"/>
                <a:cs typeface="Gill Sans"/>
                <a:sym typeface="Gill Sans"/>
              </a:endParaRPr>
            </a:p>
          </p:txBody>
        </p:sp>
      </p:gr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8"/>
        <p:cNvGrpSpPr/>
        <p:nvPr/>
      </p:nvGrpSpPr>
      <p:grpSpPr>
        <a:xfrm>
          <a:off x="0" y="0"/>
          <a:ext cx="0" cy="0"/>
          <a:chOff x="0" y="0"/>
          <a:chExt cx="0" cy="0"/>
        </a:xfrm>
      </p:grpSpPr>
      <p:sp>
        <p:nvSpPr>
          <p:cNvPr id="109" name="Google Shape;109;p3"/>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1	OBJETIVOS ESPECIFICOS</a:t>
            </a:r>
            <a:endParaRPr/>
          </a:p>
        </p:txBody>
      </p:sp>
      <p:sp>
        <p:nvSpPr>
          <p:cNvPr id="110" name="Google Shape;110;p3"/>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a:t>
            </a:r>
            <a:endParaRPr sz="2000" b="0" i="0" u="none" strike="noStrike" cap="none">
              <a:solidFill>
                <a:schemeClr val="lt1"/>
              </a:solidFill>
              <a:latin typeface="Gill Sans"/>
              <a:ea typeface="Gill Sans"/>
              <a:cs typeface="Gill Sans"/>
              <a:sym typeface="Gill Sans"/>
            </a:endParaRPr>
          </a:p>
        </p:txBody>
      </p:sp>
      <p:sp>
        <p:nvSpPr>
          <p:cNvPr id="111" name="Google Shape;111;p3"/>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1	OBJETIVOS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grpSp>
        <p:nvGrpSpPr>
          <p:cNvPr id="112" name="Google Shape;112;p3"/>
          <p:cNvGrpSpPr/>
          <p:nvPr/>
        </p:nvGrpSpPr>
        <p:grpSpPr>
          <a:xfrm>
            <a:off x="581192" y="2081724"/>
            <a:ext cx="8337049" cy="4376166"/>
            <a:chOff x="-43008" y="597724"/>
            <a:chExt cx="8312941" cy="5380751"/>
          </a:xfrm>
        </p:grpSpPr>
        <p:sp>
          <p:nvSpPr>
            <p:cNvPr id="113" name="Google Shape;113;p3"/>
            <p:cNvSpPr/>
            <p:nvPr/>
          </p:nvSpPr>
          <p:spPr>
            <a:xfrm>
              <a:off x="-43008" y="1121588"/>
              <a:ext cx="8269800" cy="4856887"/>
            </a:xfrm>
            <a:prstGeom prst="roundRect">
              <a:avLst>
                <a:gd name="adj" fmla="val 10000"/>
              </a:avLst>
            </a:prstGeom>
            <a:solidFill>
              <a:srgbClr val="CBCCD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4" name="Google Shape;114;p3"/>
            <p:cNvSpPr/>
            <p:nvPr/>
          </p:nvSpPr>
          <p:spPr>
            <a:xfrm>
              <a:off x="364182" y="1950828"/>
              <a:ext cx="606900" cy="606900"/>
            </a:xfrm>
            <a:prstGeom prst="rect">
              <a:avLst/>
            </a:prstGeom>
            <a:blipFill rotWithShape="1">
              <a:blip r:embed="rId3">
                <a:alphaModFix/>
              </a:blip>
              <a:stretch>
                <a:fillRect/>
              </a:stretch>
            </a:blipFill>
            <a:ln w="22225" cap="rnd" cmpd="sng">
              <a:solidFill>
                <a:schemeClr val="lt1"/>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5" name="Google Shape;115;p3"/>
            <p:cNvSpPr/>
            <p:nvPr/>
          </p:nvSpPr>
          <p:spPr>
            <a:xfrm>
              <a:off x="1274531" y="597724"/>
              <a:ext cx="6995400" cy="1103400"/>
            </a:xfrm>
            <a:prstGeom prst="rect">
              <a:avLst/>
            </a:prstGeom>
            <a:no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16" name="Google Shape;116;p3"/>
            <p:cNvSpPr txBox="1"/>
            <p:nvPr/>
          </p:nvSpPr>
          <p:spPr>
            <a:xfrm>
              <a:off x="1274533" y="1701123"/>
              <a:ext cx="6995400" cy="4073905"/>
            </a:xfrm>
            <a:prstGeom prst="rect">
              <a:avLst/>
            </a:prstGeom>
            <a:noFill/>
            <a:ln>
              <a:noFill/>
            </a:ln>
          </p:spPr>
          <p:txBody>
            <a:bodyPr spcFirstLastPara="1" wrap="square" lIns="116775" tIns="116775" rIns="116775" bIns="116775" anchor="ctr" anchorCtr="0">
              <a:noAutofit/>
            </a:bodyPr>
            <a:lstStyle/>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Estructurar el proyecto en paquetes lógicos (</a:t>
              </a:r>
              <a:r>
                <a:rPr lang="es-EC" altLang="es-EC" sz="1600" dirty="0" err="1">
                  <a:solidFill>
                    <a:schemeClr val="dk1"/>
                  </a:solidFill>
                  <a:latin typeface="Gill Sans"/>
                </a:rPr>
                <a:t>mvc</a:t>
              </a:r>
              <a:r>
                <a:rPr lang="es-EC" altLang="es-EC" sz="1600" dirty="0">
                  <a:solidFill>
                    <a:schemeClr val="dk1"/>
                  </a:solidFill>
                  <a:latin typeface="Gill Sans"/>
                </a:rPr>
                <a:t>) para mejorar la organización y mantenibilidad del código.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lvl="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Aplicar principios de la programación orientada a objetos en la implementación de la lógica de negocio</a:t>
              </a:r>
            </a:p>
            <a:p>
              <a:pPr marL="285750" lvl="0" indent="-285750" eaLnBrk="0" fontAlgn="base" hangingPunct="0">
                <a:spcBef>
                  <a:spcPct val="0"/>
                </a:spcBef>
                <a:spcAft>
                  <a:spcPct val="0"/>
                </a:spcAft>
                <a:buClrTx/>
                <a:buFont typeface="Arial" panose="020B0604020202020204" pitchFamily="34" charset="0"/>
                <a:buChar char="•"/>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Crear clases de prueba en el paquete prueba para verificar el correcto funcionamiento de los métodos de conversión.</a:t>
              </a:r>
            </a:p>
            <a:p>
              <a:pPr eaLnBrk="0" fontAlgn="base" hangingPunct="0">
                <a:spcBef>
                  <a:spcPct val="0"/>
                </a:spcBef>
                <a:spcAft>
                  <a:spcPct val="0"/>
                </a:spcAft>
                <a:buClrTx/>
              </a:pPr>
              <a:endParaRPr lang="es-EC" altLang="es-EC" sz="1600" dirty="0">
                <a:solidFill>
                  <a:schemeClr val="dk1"/>
                </a:solidFill>
                <a:latin typeface="Gill Sans"/>
              </a:endParaRPr>
            </a:p>
            <a:p>
              <a:pPr marL="285750" indent="-285750" eaLnBrk="0" fontAlgn="base" hangingPunct="0">
                <a:spcBef>
                  <a:spcPct val="0"/>
                </a:spcBef>
                <a:spcAft>
                  <a:spcPct val="0"/>
                </a:spcAft>
                <a:buClrTx/>
                <a:buFont typeface="Arial" panose="020B0604020202020204" pitchFamily="34" charset="0"/>
                <a:buChar char="•"/>
              </a:pPr>
              <a:r>
                <a:rPr lang="es-EC" altLang="es-EC" sz="1600" dirty="0">
                  <a:solidFill>
                    <a:schemeClr val="dk1"/>
                  </a:solidFill>
                  <a:latin typeface="Gill Sans"/>
                </a:rPr>
                <a:t>Utilizar las clases de prueba para ejecutar pruebas y validar los resultados en la consola. </a:t>
              </a:r>
            </a:p>
            <a:p>
              <a:pPr marL="285750" lvl="0" indent="-285750" eaLnBrk="0" fontAlgn="base" hangingPunct="0">
                <a:spcBef>
                  <a:spcPct val="0"/>
                </a:spcBef>
                <a:spcAft>
                  <a:spcPct val="0"/>
                </a:spcAft>
                <a:buClrTx/>
                <a:buFont typeface="Arial" panose="020B0604020202020204" pitchFamily="34" charset="0"/>
                <a:buChar char="•"/>
              </a:pPr>
              <a:endParaRPr lang="es-MX" sz="1600" dirty="0">
                <a:solidFill>
                  <a:schemeClr val="dk1"/>
                </a:solidFill>
                <a:latin typeface="Gill Sans"/>
                <a:sym typeface="Gill Sans"/>
              </a:endParaRPr>
            </a:p>
            <a:p>
              <a:pPr marL="0" marR="0" lvl="0" indent="0" algn="just" rtl="0">
                <a:lnSpc>
                  <a:spcPct val="115000"/>
                </a:lnSpc>
                <a:spcBef>
                  <a:spcPts val="1200"/>
                </a:spcBef>
                <a:spcAft>
                  <a:spcPts val="0"/>
                </a:spcAft>
                <a:buClr>
                  <a:schemeClr val="dk1"/>
                </a:buClr>
                <a:buSzPts val="1100"/>
                <a:buFont typeface="Arial"/>
                <a:buNone/>
              </a:pPr>
              <a:endParaRPr lang="es-MX" sz="2300" b="0" i="0" u="none" strike="noStrike" cap="none" dirty="0">
                <a:solidFill>
                  <a:schemeClr val="dk1"/>
                </a:solidFill>
                <a:latin typeface="Gill Sans"/>
                <a:ea typeface="Gill Sans"/>
                <a:cs typeface="Gill Sans"/>
                <a:sym typeface="Gill Sans"/>
              </a:endParaRPr>
            </a:p>
          </p:txBody>
        </p:sp>
      </p:grpSp>
    </p:spTree>
    <p:extLst>
      <p:ext uri="{BB962C8B-B14F-4D97-AF65-F5344CB8AC3E}">
        <p14:creationId xmlns:p14="http://schemas.microsoft.com/office/powerpoint/2010/main" val="5201617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20"/>
        <p:cNvGrpSpPr/>
        <p:nvPr/>
      </p:nvGrpSpPr>
      <p:grpSpPr>
        <a:xfrm>
          <a:off x="0" y="0"/>
          <a:ext cx="0" cy="0"/>
          <a:chOff x="0" y="0"/>
          <a:chExt cx="0" cy="0"/>
        </a:xfrm>
      </p:grpSpPr>
      <p:sp>
        <p:nvSpPr>
          <p:cNvPr id="121" name="Google Shape;121;p7"/>
          <p:cNvSpPr/>
          <p:nvPr/>
        </p:nvSpPr>
        <p:spPr>
          <a:xfrm>
            <a:off x="0" y="0"/>
            <a:ext cx="12192000" cy="6858000"/>
          </a:xfrm>
          <a:prstGeom prst="rect">
            <a:avLst/>
          </a:prstGeom>
          <a:solidFill>
            <a:schemeClr val="l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2" name="Google Shape;122;p7"/>
          <p:cNvSpPr/>
          <p:nvPr/>
        </p:nvSpPr>
        <p:spPr>
          <a:xfrm>
            <a:off x="581190" y="457201"/>
            <a:ext cx="7363959" cy="91439"/>
          </a:xfrm>
          <a:prstGeom prst="rect">
            <a:avLst/>
          </a:prstGeom>
          <a:solidFill>
            <a:schemeClr val="accent1"/>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3" name="Google Shape;123;p7"/>
          <p:cNvSpPr/>
          <p:nvPr/>
        </p:nvSpPr>
        <p:spPr>
          <a:xfrm>
            <a:off x="8239774" y="453643"/>
            <a:ext cx="3291840" cy="98554"/>
          </a:xfrm>
          <a:prstGeom prst="rect">
            <a:avLst/>
          </a:prstGeom>
          <a:solidFill>
            <a:schemeClr val="accent4"/>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24" name="Google Shape;124;p7"/>
          <p:cNvSpPr/>
          <p:nvPr/>
        </p:nvSpPr>
        <p:spPr>
          <a:xfrm>
            <a:off x="581189" y="681070"/>
            <a:ext cx="7363960" cy="5693380"/>
          </a:xfrm>
          <a:prstGeom prst="rect">
            <a:avLst/>
          </a:prstGeom>
          <a:solidFill>
            <a:schemeClr val="accent1"/>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Gill Sans"/>
              <a:ea typeface="Gill Sans"/>
              <a:cs typeface="Gill Sans"/>
              <a:sym typeface="Gill Sans"/>
            </a:endParaRPr>
          </a:p>
        </p:txBody>
      </p:sp>
      <p:sp>
        <p:nvSpPr>
          <p:cNvPr id="125" name="Google Shape;125;p7"/>
          <p:cNvSpPr txBox="1">
            <a:spLocks noGrp="1"/>
          </p:cNvSpPr>
          <p:nvPr>
            <p:ph type="title"/>
          </p:nvPr>
        </p:nvSpPr>
        <p:spPr>
          <a:xfrm>
            <a:off x="996381" y="1152939"/>
            <a:ext cx="6583680" cy="4539113"/>
          </a:xfrm>
          <a:prstGeom prst="rect">
            <a:avLst/>
          </a:prstGeom>
          <a:noFill/>
          <a:ln>
            <a:noFill/>
          </a:ln>
        </p:spPr>
        <p:txBody>
          <a:bodyPr spcFirstLastPara="1" wrap="square" lIns="91425" tIns="45700" rIns="91425" bIns="45700" anchor="ctr" anchorCtr="0">
            <a:normAutofit/>
          </a:bodyPr>
          <a:lstStyle/>
          <a:p>
            <a:pPr marL="0" lvl="0" indent="0" algn="l" rtl="0">
              <a:lnSpc>
                <a:spcPct val="100000"/>
              </a:lnSpc>
              <a:spcBef>
                <a:spcPts val="0"/>
              </a:spcBef>
              <a:spcAft>
                <a:spcPts val="0"/>
              </a:spcAft>
              <a:buClr>
                <a:srgbClr val="FFFFFF"/>
              </a:buClr>
              <a:buSzPts val="5400"/>
              <a:buFont typeface="Gill Sans"/>
              <a:buNone/>
            </a:pPr>
            <a:r>
              <a:rPr lang="es-ES" sz="5400">
                <a:solidFill>
                  <a:srgbClr val="FFFFFF"/>
                </a:solidFill>
              </a:rPr>
              <a:t>2	DESARROLLO</a:t>
            </a:r>
            <a:endParaRPr sz="5400">
              <a:solidFill>
                <a:srgbClr val="FFFFFF"/>
              </a:solidFill>
            </a:endParaRPr>
          </a:p>
        </p:txBody>
      </p:sp>
      <p:sp>
        <p:nvSpPr>
          <p:cNvPr id="126" name="Google Shape;126;p7"/>
          <p:cNvSpPr txBox="1">
            <a:spLocks noGrp="1"/>
          </p:cNvSpPr>
          <p:nvPr>
            <p:ph type="body" idx="1"/>
          </p:nvPr>
        </p:nvSpPr>
        <p:spPr>
          <a:xfrm>
            <a:off x="8210681" y="1152939"/>
            <a:ext cx="3400126" cy="4539113"/>
          </a:xfrm>
          <a:prstGeom prst="rect">
            <a:avLst/>
          </a:prstGeom>
          <a:noFill/>
          <a:ln>
            <a:noFill/>
          </a:ln>
        </p:spPr>
        <p:txBody>
          <a:bodyPr spcFirstLastPara="1" wrap="square" lIns="91425" tIns="45700" rIns="91425" bIns="45700" anchor="ctr" anchorCtr="0">
            <a:normAutofit/>
          </a:bodyPr>
          <a:lstStyle/>
          <a:p>
            <a:pPr marL="306000" lvl="0" indent="0" algn="l" rtl="0">
              <a:lnSpc>
                <a:spcPct val="100000"/>
              </a:lnSpc>
              <a:spcBef>
                <a:spcPts val="0"/>
              </a:spcBef>
              <a:spcAft>
                <a:spcPts val="0"/>
              </a:spcAft>
              <a:buSzPts val="1656"/>
              <a:buNone/>
            </a:pPr>
            <a:endParaRPr/>
          </a:p>
          <a:p>
            <a:pPr marL="306000" lvl="0" indent="-200844" algn="l" rtl="0">
              <a:lnSpc>
                <a:spcPct val="100000"/>
              </a:lnSpc>
              <a:spcBef>
                <a:spcPts val="960"/>
              </a:spcBef>
              <a:spcAft>
                <a:spcPts val="0"/>
              </a:spcAft>
              <a:buSzPts val="1656"/>
              <a:buNone/>
            </a:pPr>
            <a:endParaRPr/>
          </a:p>
        </p:txBody>
      </p:sp>
      <p:sp>
        <p:nvSpPr>
          <p:cNvPr id="127" name="Google Shape;127;p7"/>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dk1"/>
                </a:solidFill>
                <a:latin typeface="Gill Sans"/>
                <a:ea typeface="Gill Sans"/>
                <a:cs typeface="Gill Sans"/>
                <a:sym typeface="Gill Sans"/>
              </a:rPr>
              <a:t>7</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8"/>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MX"/>
              <a:t>2.1.1.	CREACIÓN DEL PROYECTO SERVIDOR </a:t>
            </a:r>
            <a:endParaRPr lang="es-ES"/>
          </a:p>
        </p:txBody>
      </p:sp>
      <p:sp>
        <p:nvSpPr>
          <p:cNvPr id="133" name="Google Shape;133;p8"/>
          <p:cNvSpPr txBox="1"/>
          <p:nvPr/>
        </p:nvSpPr>
        <p:spPr>
          <a:xfrm>
            <a:off x="11817675" y="6457890"/>
            <a:ext cx="374325"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8</a:t>
            </a:r>
            <a:endParaRPr sz="1400" b="0" i="0" u="none" strike="noStrike" cap="none">
              <a:solidFill>
                <a:srgbClr val="000000"/>
              </a:solidFill>
              <a:latin typeface="Arial"/>
              <a:ea typeface="Arial"/>
              <a:cs typeface="Arial"/>
              <a:sym typeface="Arial"/>
            </a:endParaRPr>
          </a:p>
        </p:txBody>
      </p:sp>
      <p:sp>
        <p:nvSpPr>
          <p:cNvPr id="134" name="Google Shape;134;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35" name="Google Shape;135;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36" name="Google Shape;136;p8"/>
          <p:cNvPicPr preferRelativeResize="0"/>
          <p:nvPr/>
        </p:nvPicPr>
        <p:blipFill>
          <a:blip r:embed="rId3">
            <a:alphaModFix/>
          </a:blip>
          <a:stretch>
            <a:fillRect/>
          </a:stretch>
        </p:blipFill>
        <p:spPr>
          <a:xfrm>
            <a:off x="3552825" y="2215731"/>
            <a:ext cx="5086350" cy="3638550"/>
          </a:xfrm>
          <a:prstGeom prst="rect">
            <a:avLst/>
          </a:prstGeom>
          <a:noFill/>
          <a:ln>
            <a:noFill/>
          </a:ln>
        </p:spPr>
      </p:pic>
      <p:sp>
        <p:nvSpPr>
          <p:cNvPr id="137" name="Google Shape;137;p8"/>
          <p:cNvSpPr txBox="1">
            <a:spLocks noGrp="1"/>
          </p:cNvSpPr>
          <p:nvPr>
            <p:ph type="body" idx="1"/>
          </p:nvPr>
        </p:nvSpPr>
        <p:spPr>
          <a:xfrm>
            <a:off x="0" y="205780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a:solidFill>
                  <a:schemeClr val="dk1"/>
                </a:solidFill>
              </a:rPr>
              <a:t>Para empezar con la creación del web service con base de datos en java, se tendrá de que crear un proyecto de tipo “Web Aplication”. </a:t>
            </a:r>
            <a:endParaRPr>
              <a:solidFill>
                <a:schemeClr val="dk1"/>
              </a:solidFill>
            </a:endParaRPr>
          </a:p>
          <a:p>
            <a:pPr marL="457200" lvl="0" indent="0" algn="l" rtl="0">
              <a:lnSpc>
                <a:spcPct val="115000"/>
              </a:lnSpc>
              <a:spcBef>
                <a:spcPts val="0"/>
              </a:spcBef>
              <a:spcAft>
                <a:spcPts val="0"/>
              </a:spcAft>
              <a:buNone/>
            </a:pPr>
            <a:endParaRPr>
              <a:solidFill>
                <a:schemeClr val="dk1"/>
              </a:solidFill>
            </a:endParaRPr>
          </a:p>
          <a:p>
            <a:pPr marL="306000" lvl="0" indent="0" algn="l" rtl="0">
              <a:lnSpc>
                <a:spcPct val="115000"/>
              </a:lnSpc>
              <a:spcBef>
                <a:spcPts val="1200"/>
              </a:spcBef>
              <a:spcAft>
                <a:spcPts val="0"/>
              </a:spcAft>
              <a:buSzPts val="1948"/>
              <a:buNone/>
            </a:pPr>
            <a:endParaRPr>
              <a:solidFill>
                <a:schemeClr val="dk1"/>
              </a:solidFill>
            </a:endParaRPr>
          </a:p>
          <a:p>
            <a:pPr marL="306000" lvl="0" indent="0" algn="just" rtl="0">
              <a:lnSpc>
                <a:spcPct val="115000"/>
              </a:lnSpc>
              <a:spcBef>
                <a:spcPts val="1200"/>
              </a:spcBef>
              <a:spcAft>
                <a:spcPts val="1200"/>
              </a:spcAft>
              <a:buSzPts val="1948"/>
              <a:buNone/>
            </a:pPr>
            <a:endParaRPr>
              <a:solidFill>
                <a:schemeClr val="dk1"/>
              </a:solidFill>
            </a:endParaRPr>
          </a:p>
        </p:txBody>
      </p:sp>
      <p:sp>
        <p:nvSpPr>
          <p:cNvPr id="138" name="Google Shape;138;p8"/>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g2524d66b2ad_0_10"/>
          <p:cNvSpPr txBox="1">
            <a:spLocks noGrp="1"/>
          </p:cNvSpPr>
          <p:nvPr>
            <p:ph type="body" idx="1"/>
          </p:nvPr>
        </p:nvSpPr>
        <p:spPr>
          <a:xfrm>
            <a:off x="4928123" y="222741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ES">
                <a:solidFill>
                  <a:schemeClr val="dk1"/>
                </a:solidFill>
              </a:rPr>
              <a:t>El proyecto correrá en Payara Server con Java EE 7 Web para una compatibilidad correcta. </a:t>
            </a:r>
            <a:endParaRPr>
              <a:solidFill>
                <a:schemeClr val="dk1"/>
              </a:solidFill>
            </a:endParaRPr>
          </a:p>
          <a:p>
            <a:pPr marL="0" lvl="0" indent="0" algn="l" rtl="0">
              <a:lnSpc>
                <a:spcPct val="115000"/>
              </a:lnSpc>
              <a:spcBef>
                <a:spcPts val="1200"/>
              </a:spcBef>
              <a:spcAft>
                <a:spcPts val="0"/>
              </a:spcAft>
              <a:buClr>
                <a:schemeClr val="dk1"/>
              </a:buClr>
              <a:buSzPts val="1656"/>
              <a:buNone/>
            </a:pPr>
            <a:r>
              <a:rPr lang="es-ES">
                <a:solidFill>
                  <a:schemeClr val="dk1"/>
                </a:solidFill>
              </a:rPr>
              <a:t> </a:t>
            </a:r>
            <a:endParaRPr>
              <a:solidFill>
                <a:schemeClr val="dk1"/>
              </a:solidFill>
            </a:endParaRPr>
          </a:p>
          <a:p>
            <a:pPr marL="306000" lvl="0" indent="0" algn="l" rtl="0">
              <a:lnSpc>
                <a:spcPct val="115000"/>
              </a:lnSpc>
              <a:spcBef>
                <a:spcPts val="1200"/>
              </a:spcBef>
              <a:spcAft>
                <a:spcPts val="0"/>
              </a:spcAft>
              <a:buSzPts val="1948"/>
              <a:buNone/>
            </a:pPr>
            <a:endParaRPr>
              <a:solidFill>
                <a:schemeClr val="dk1"/>
              </a:solidFill>
            </a:endParaRPr>
          </a:p>
          <a:p>
            <a:pPr marL="306000" lvl="0" indent="0" algn="just" rtl="0">
              <a:lnSpc>
                <a:spcPct val="115000"/>
              </a:lnSpc>
              <a:spcBef>
                <a:spcPts val="1200"/>
              </a:spcBef>
              <a:spcAft>
                <a:spcPts val="1200"/>
              </a:spcAft>
              <a:buSzPts val="1948"/>
              <a:buNone/>
            </a:pPr>
            <a:endParaRPr>
              <a:solidFill>
                <a:schemeClr val="dk1"/>
              </a:solidFill>
            </a:endParaRPr>
          </a:p>
        </p:txBody>
      </p:sp>
      <p:sp>
        <p:nvSpPr>
          <p:cNvPr id="154" name="Google Shape;154;g2524d66b2ad_0_1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55" name="Google Shape;155;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57" name="Google Shape;157;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58" name="Google Shape;158;g2524d66b2ad_0_10" descr="Interfaz de usuario gráfica, Texto, Aplicación&#10;&#10;Descripción generada automáticamente"/>
          <p:cNvPicPr preferRelativeResize="0"/>
          <p:nvPr/>
        </p:nvPicPr>
        <p:blipFill>
          <a:blip r:embed="rId3">
            <a:alphaModFix/>
          </a:blip>
          <a:stretch>
            <a:fillRect/>
          </a:stretch>
        </p:blipFill>
        <p:spPr>
          <a:xfrm>
            <a:off x="789751" y="4157853"/>
            <a:ext cx="3699900" cy="2575625"/>
          </a:xfrm>
          <a:prstGeom prst="rect">
            <a:avLst/>
          </a:prstGeom>
          <a:noFill/>
          <a:ln>
            <a:noFill/>
          </a:ln>
        </p:spPr>
      </p:pic>
      <p:sp>
        <p:nvSpPr>
          <p:cNvPr id="159" name="Google Shape;159;g2524d66b2ad_0_1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61BF90E4-2C39-3FFD-D3D0-6EA62B4BB893}"/>
              </a:ext>
            </a:extLst>
          </p:cNvPr>
          <p:cNvPicPr>
            <a:picLocks noChangeAspect="1"/>
          </p:cNvPicPr>
          <p:nvPr/>
        </p:nvPicPr>
        <p:blipFill>
          <a:blip r:embed="rId4"/>
          <a:stretch>
            <a:fillRect/>
          </a:stretch>
        </p:blipFill>
        <p:spPr>
          <a:xfrm>
            <a:off x="1012710" y="1897936"/>
            <a:ext cx="3038469" cy="2032380"/>
          </a:xfrm>
          <a:prstGeom prst="rect">
            <a:avLst/>
          </a:prstGeom>
          <a:ln w="101600" cap="sq" cmpd="thickThin">
            <a:solidFill>
              <a:srgbClr val="000000"/>
            </a:solidFill>
            <a:prstDash val="solid"/>
            <a:miter lim="800000"/>
          </a:ln>
          <a:effectLst>
            <a:innerShdw blurRad="76200">
              <a:srgbClr val="000000"/>
            </a:innerShdw>
          </a:effectLst>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g2524d66b2ad_0_22"/>
          <p:cNvSpPr txBox="1">
            <a:spLocks noGrp="1"/>
          </p:cNvSpPr>
          <p:nvPr>
            <p:ph type="body" idx="1"/>
          </p:nvPr>
        </p:nvSpPr>
        <p:spPr>
          <a:xfrm>
            <a:off x="397608" y="2126657"/>
            <a:ext cx="3312300" cy="4400100"/>
          </a:xfrm>
          <a:prstGeom prst="rect">
            <a:avLst/>
          </a:prstGeom>
          <a:noFill/>
          <a:ln>
            <a:noFill/>
          </a:ln>
        </p:spPr>
        <p:txBody>
          <a:bodyPr spcFirstLastPara="1" wrap="square" lIns="91425" tIns="45700" rIns="91425" bIns="45700" anchor="ctr" anchorCtr="0">
            <a:normAutofit/>
          </a:bodyPr>
          <a:lstStyle/>
          <a:p>
            <a:pPr marL="306000" lvl="0" indent="-290225" algn="l" rtl="0">
              <a:lnSpc>
                <a:spcPct val="115000"/>
              </a:lnSpc>
              <a:spcBef>
                <a:spcPts val="1200"/>
              </a:spcBef>
              <a:spcAft>
                <a:spcPts val="0"/>
              </a:spcAft>
              <a:buClr>
                <a:schemeClr val="dk1"/>
              </a:buClr>
              <a:buSzPct val="91998"/>
              <a:buChar char="◼"/>
            </a:pPr>
            <a:r>
              <a:rPr lang="es-MX" dirty="0">
                <a:solidFill>
                  <a:schemeClr val="dk1"/>
                </a:solidFill>
              </a:rPr>
              <a:t>Una vez seleccionada la opción de Java Package, se le dará el nombre de la capa deseada como se indicó anteriormente. En este caso se crearán las capas de modelo, pruebas, servicios y web services y luego se procede a la codificacion.</a:t>
            </a:r>
            <a:endParaRPr dirty="0">
              <a:solidFill>
                <a:schemeClr val="dk1"/>
              </a:solidFill>
            </a:endParaRPr>
          </a:p>
          <a:p>
            <a:pPr marL="306000" lvl="0" indent="0" algn="just" rtl="0">
              <a:lnSpc>
                <a:spcPct val="115000"/>
              </a:lnSpc>
              <a:spcBef>
                <a:spcPts val="1200"/>
              </a:spcBef>
              <a:spcAft>
                <a:spcPts val="1200"/>
              </a:spcAft>
              <a:buSzPct val="108235"/>
              <a:buNone/>
            </a:pPr>
            <a:endParaRPr dirty="0">
              <a:solidFill>
                <a:schemeClr val="dk1"/>
              </a:solidFill>
            </a:endParaRPr>
          </a:p>
        </p:txBody>
      </p:sp>
      <p:sp>
        <p:nvSpPr>
          <p:cNvPr id="165" name="Google Shape;165;g2524d66b2ad_0_22"/>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166" name="Google Shape;166;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67" name="Google Shape;167;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170" name="Google Shape;170;g2524d66b2ad_0_22"/>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2" name="Imagen 1" descr="Interfaz de usuario gráfica, Texto, Aplicación, Correo electrónico&#10;&#10;Descripción generada automáticamente">
            <a:extLst>
              <a:ext uri="{FF2B5EF4-FFF2-40B4-BE49-F238E27FC236}">
                <a16:creationId xmlns:a16="http://schemas.microsoft.com/office/drawing/2014/main" id="{92D423EF-12D3-125D-3074-55772CB38033}"/>
              </a:ext>
            </a:extLst>
          </p:cNvPr>
          <p:cNvPicPr>
            <a:picLocks noChangeAspect="1"/>
          </p:cNvPicPr>
          <p:nvPr/>
        </p:nvPicPr>
        <p:blipFill>
          <a:blip r:embed="rId3"/>
          <a:stretch>
            <a:fillRect/>
          </a:stretch>
        </p:blipFill>
        <p:spPr>
          <a:xfrm>
            <a:off x="3961911" y="3429000"/>
            <a:ext cx="4727575" cy="1546860"/>
          </a:xfrm>
          <a:prstGeom prst="rect">
            <a:avLst/>
          </a:prstGeom>
          <a:ln w="101600" cap="sq" cmpd="thickThin">
            <a:solidFill>
              <a:srgbClr val="000000"/>
            </a:solidFill>
            <a:prstDash val="solid"/>
            <a:miter lim="800000"/>
          </a:ln>
          <a:effectLst>
            <a:innerShdw blurRad="76200">
              <a:srgbClr val="000000"/>
            </a:innerShdw>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7"/>
        <p:cNvGrpSpPr/>
        <p:nvPr/>
      </p:nvGrpSpPr>
      <p:grpSpPr>
        <a:xfrm>
          <a:off x="0" y="0"/>
          <a:ext cx="0" cy="0"/>
          <a:chOff x="0" y="0"/>
          <a:chExt cx="0" cy="0"/>
        </a:xfrm>
      </p:grpSpPr>
      <p:sp>
        <p:nvSpPr>
          <p:cNvPr id="338" name="Google Shape;338;g1ddeedea7d3_1_27"/>
          <p:cNvSpPr txBox="1">
            <a:spLocks noGrp="1"/>
          </p:cNvSpPr>
          <p:nvPr>
            <p:ph type="body" idx="1"/>
          </p:nvPr>
        </p:nvSpPr>
        <p:spPr>
          <a:xfrm>
            <a:off x="581200" y="2180500"/>
            <a:ext cx="3312300" cy="4400100"/>
          </a:xfrm>
          <a:prstGeom prst="rect">
            <a:avLst/>
          </a:prstGeom>
          <a:noFill/>
          <a:ln>
            <a:noFill/>
          </a:ln>
        </p:spPr>
        <p:txBody>
          <a:bodyPr spcFirstLastPara="1" wrap="square" lIns="91425" tIns="45700" rIns="91425" bIns="45700" anchor="ctr" anchorCtr="0">
            <a:normAutofit/>
          </a:bodyPr>
          <a:lstStyle/>
          <a:p>
            <a:r>
              <a:rPr lang="es-EC" dirty="0"/>
              <a:t>Realizado el servidor se avanza a la aplicación cliente, para ello se crea un nuevo proyecto de tipo Java </a:t>
            </a:r>
            <a:r>
              <a:rPr lang="es-EC" dirty="0" err="1"/>
              <a:t>Application</a:t>
            </a:r>
            <a:r>
              <a:rPr lang="es-EC" dirty="0"/>
              <a:t> llamado </a:t>
            </a:r>
            <a:r>
              <a:rPr lang="es-EC" dirty="0" err="1"/>
              <a:t>WSConvUniSoapClient</a:t>
            </a:r>
            <a:r>
              <a:rPr lang="es-EC" dirty="0"/>
              <a:t>.</a:t>
            </a:r>
          </a:p>
          <a:p>
            <a:pPr marL="306000" lvl="0" indent="0" algn="just" rtl="0">
              <a:lnSpc>
                <a:spcPct val="115000"/>
              </a:lnSpc>
              <a:spcBef>
                <a:spcPts val="1200"/>
              </a:spcBef>
              <a:spcAft>
                <a:spcPts val="1200"/>
              </a:spcAft>
              <a:buSzPts val="1656"/>
              <a:buNone/>
            </a:pPr>
            <a:endParaRPr dirty="0">
              <a:solidFill>
                <a:schemeClr val="dk1"/>
              </a:solidFill>
            </a:endParaRPr>
          </a:p>
        </p:txBody>
      </p:sp>
      <p:sp>
        <p:nvSpPr>
          <p:cNvPr id="339" name="Google Shape;339;g1ddeedea7d3_1_27"/>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40" name="Google Shape;340;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1" name="Google Shape;341;g1ddeedea7d3_1_27"/>
          <p:cNvSpPr txBox="1">
            <a:spLocks noGrp="1"/>
          </p:cNvSpPr>
          <p:nvPr>
            <p:ph type="title"/>
          </p:nvPr>
        </p:nvSpPr>
        <p:spPr>
          <a:xfrm>
            <a:off x="436813" y="605903"/>
            <a:ext cx="10920998"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2.2 CREACIÓN DEL PROYECTO </a:t>
            </a:r>
            <a:r>
              <a:rPr lang="es-EC"/>
              <a:t>ESCRITORIO CLIENTE</a:t>
            </a:r>
            <a:endParaRPr/>
          </a:p>
        </p:txBody>
      </p:sp>
      <p:sp>
        <p:nvSpPr>
          <p:cNvPr id="342" name="Google Shape;342;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44" name="Google Shape;344;g1ddeedea7d3_1_2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F263B2C0-A2F9-BA45-878D-79922572D931}"/>
              </a:ext>
            </a:extLst>
          </p:cNvPr>
          <p:cNvPicPr>
            <a:picLocks noChangeAspect="1"/>
          </p:cNvPicPr>
          <p:nvPr/>
        </p:nvPicPr>
        <p:blipFill>
          <a:blip r:embed="rId3"/>
          <a:stretch>
            <a:fillRect/>
          </a:stretch>
        </p:blipFill>
        <p:spPr>
          <a:xfrm>
            <a:off x="3942851" y="2505486"/>
            <a:ext cx="5125165" cy="3019846"/>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348"/>
        <p:cNvGrpSpPr/>
        <p:nvPr/>
      </p:nvGrpSpPr>
      <p:grpSpPr>
        <a:xfrm>
          <a:off x="0" y="0"/>
          <a:ext cx="0" cy="0"/>
          <a:chOff x="0" y="0"/>
          <a:chExt cx="0" cy="0"/>
        </a:xfrm>
      </p:grpSpPr>
      <p:sp>
        <p:nvSpPr>
          <p:cNvPr id="349" name="Google Shape;349;g2524d66b2ad_0_260"/>
          <p:cNvSpPr txBox="1">
            <a:spLocks noGrp="1"/>
          </p:cNvSpPr>
          <p:nvPr>
            <p:ph type="body" idx="1"/>
          </p:nvPr>
        </p:nvSpPr>
        <p:spPr>
          <a:xfrm>
            <a:off x="393454" y="2027310"/>
            <a:ext cx="3312300" cy="4400100"/>
          </a:xfrm>
          <a:prstGeom prst="rect">
            <a:avLst/>
          </a:prstGeom>
          <a:noFill/>
          <a:ln>
            <a:noFill/>
          </a:ln>
        </p:spPr>
        <p:txBody>
          <a:bodyPr spcFirstLastPara="1" wrap="square" lIns="91425" tIns="45700" rIns="91425" bIns="45700" anchor="ctr" anchorCtr="0">
            <a:normAutofit fontScale="92500" lnSpcReduction="10000"/>
          </a:bodyPr>
          <a:lstStyle/>
          <a:p>
            <a:pPr marL="306000" lvl="0" indent="0" algn="l" rtl="0">
              <a:lnSpc>
                <a:spcPct val="115000"/>
              </a:lnSpc>
              <a:spcBef>
                <a:spcPts val="1200"/>
              </a:spcBef>
              <a:spcAft>
                <a:spcPts val="0"/>
              </a:spcAft>
              <a:buSzPct val="108235"/>
              <a:buNone/>
            </a:pPr>
            <a:r>
              <a:rPr lang="es-MX">
                <a:solidFill>
                  <a:schemeClr val="dk1"/>
                </a:solidFill>
              </a:rPr>
              <a:t>Después de la creación de la aplicación, el paso inicial implica la generación del cliente del servicio web. Para hacerlo, se hace clic derecho en la aplicación recién creada y se selecciona la opción "Web Service Client". Durante la configuración del cliente del servicio web, se empleará la URL del WSDL para consumir los servicios web del proyecto servidor, y se especificará que el paquete de destino sea "ec.edu.monster.ws".</a:t>
            </a:r>
            <a:endParaRPr>
              <a:solidFill>
                <a:schemeClr val="dk1"/>
              </a:solidFill>
            </a:endParaRPr>
          </a:p>
          <a:p>
            <a:pPr marL="306000" lvl="0" indent="0" algn="just" rtl="0">
              <a:lnSpc>
                <a:spcPct val="115000"/>
              </a:lnSpc>
              <a:spcBef>
                <a:spcPts val="1200"/>
              </a:spcBef>
              <a:spcAft>
                <a:spcPts val="1200"/>
              </a:spcAft>
              <a:buSzPct val="108235"/>
              <a:buNone/>
            </a:pPr>
            <a:endParaRPr>
              <a:solidFill>
                <a:schemeClr val="dk1"/>
              </a:solidFill>
            </a:endParaRPr>
          </a:p>
        </p:txBody>
      </p:sp>
      <p:sp>
        <p:nvSpPr>
          <p:cNvPr id="350" name="Google Shape;350;g2524d66b2ad_0_26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351" name="Google Shape;351;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2" name="Google Shape;352;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55" name="Google Shape;355;g2524d66b2ad_0_26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8" name="Imagen 7">
            <a:extLst>
              <a:ext uri="{FF2B5EF4-FFF2-40B4-BE49-F238E27FC236}">
                <a16:creationId xmlns:a16="http://schemas.microsoft.com/office/drawing/2014/main" id="{6253BA09-379B-4E92-AB2C-E24C0CBC191D}"/>
              </a:ext>
            </a:extLst>
          </p:cNvPr>
          <p:cNvPicPr/>
          <p:nvPr/>
        </p:nvPicPr>
        <p:blipFill>
          <a:blip r:embed="rId3"/>
          <a:stretch>
            <a:fillRect/>
          </a:stretch>
        </p:blipFill>
        <p:spPr>
          <a:xfrm>
            <a:off x="4043044" y="2228849"/>
            <a:ext cx="4694555" cy="3650403"/>
          </a:xfrm>
          <a:prstGeom prst="rect">
            <a:avLst/>
          </a:prstGeom>
          <a:ln w="88900" cap="sq" cmpd="thickThin">
            <a:solidFill>
              <a:srgbClr val="000000"/>
            </a:solidFill>
            <a:prstDash val="solid"/>
            <a:miter lim="800000"/>
          </a:ln>
          <a:effectLst>
            <a:innerShdw blurRad="76200">
              <a:srgbClr val="000000"/>
            </a:innerShdw>
          </a:effec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Al mismo tiempo se creará un formulario (JFrame </a:t>
            </a:r>
            <a:r>
              <a:rPr lang="es-MX" dirty="0" err="1">
                <a:solidFill>
                  <a:schemeClr val="dk1"/>
                </a:solidFill>
              </a:rPr>
              <a:t>Form</a:t>
            </a:r>
            <a:r>
              <a:rPr lang="es-MX" dirty="0">
                <a:solidFill>
                  <a:schemeClr val="dk1"/>
                </a:solidFill>
              </a:rPr>
              <a:t>)  para </a:t>
            </a:r>
            <a:r>
              <a:rPr lang="es-EC" dirty="0">
                <a:solidFill>
                  <a:schemeClr val="dk1"/>
                </a:solidFill>
              </a:rPr>
              <a:t>el Inicio de Sesión</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5F01CC4F-5B3D-B8C0-E049-3AB96A13EAB8}"/>
              </a:ext>
            </a:extLst>
          </p:cNvPr>
          <p:cNvPicPr>
            <a:picLocks noChangeAspect="1"/>
          </p:cNvPicPr>
          <p:nvPr/>
        </p:nvPicPr>
        <p:blipFill>
          <a:blip r:embed="rId3"/>
          <a:stretch>
            <a:fillRect/>
          </a:stretch>
        </p:blipFill>
        <p:spPr>
          <a:xfrm>
            <a:off x="4030602" y="2584382"/>
            <a:ext cx="4859587" cy="3061046"/>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403"/>
        <p:cNvGrpSpPr/>
        <p:nvPr/>
      </p:nvGrpSpPr>
      <p:grpSpPr>
        <a:xfrm>
          <a:off x="0" y="0"/>
          <a:ext cx="0" cy="0"/>
          <a:chOff x="0" y="0"/>
          <a:chExt cx="0" cy="0"/>
        </a:xfrm>
      </p:grpSpPr>
      <p:sp>
        <p:nvSpPr>
          <p:cNvPr id="404" name="Google Shape;404;g2524d66b2ad_0_335"/>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306000" lvl="0" indent="-305998" algn="l" rtl="0">
              <a:lnSpc>
                <a:spcPct val="115000"/>
              </a:lnSpc>
              <a:spcBef>
                <a:spcPts val="1200"/>
              </a:spcBef>
              <a:spcAft>
                <a:spcPts val="0"/>
              </a:spcAft>
              <a:buClr>
                <a:schemeClr val="dk1"/>
              </a:buClr>
              <a:buSzPts val="1656"/>
              <a:buChar char="◼"/>
            </a:pPr>
            <a:r>
              <a:rPr lang="es-MX" dirty="0">
                <a:solidFill>
                  <a:schemeClr val="dk1"/>
                </a:solidFill>
              </a:rPr>
              <a:t>De igual manera se creará un formulario (JFrame </a:t>
            </a:r>
            <a:r>
              <a:rPr lang="es-MX" dirty="0" err="1">
                <a:solidFill>
                  <a:schemeClr val="dk1"/>
                </a:solidFill>
              </a:rPr>
              <a:t>Form</a:t>
            </a:r>
            <a:r>
              <a:rPr lang="es-MX" dirty="0">
                <a:solidFill>
                  <a:schemeClr val="dk1"/>
                </a:solidFill>
              </a:rPr>
              <a:t>)  </a:t>
            </a:r>
            <a:r>
              <a:rPr lang="es-EC" dirty="0">
                <a:solidFill>
                  <a:schemeClr val="dk1"/>
                </a:solidFill>
              </a:rPr>
              <a:t>para la conversión de unidades</a:t>
            </a:r>
            <a:endParaRPr dirty="0">
              <a:solidFill>
                <a:schemeClr val="dk1"/>
              </a:solidFill>
            </a:endParaRPr>
          </a:p>
          <a:p>
            <a:pPr marL="306000" lvl="0" indent="0" algn="just" rtl="0">
              <a:lnSpc>
                <a:spcPct val="115000"/>
              </a:lnSpc>
              <a:spcBef>
                <a:spcPts val="1200"/>
              </a:spcBef>
              <a:spcAft>
                <a:spcPts val="1200"/>
              </a:spcAft>
              <a:buSzPts val="1948"/>
              <a:buNone/>
            </a:pPr>
            <a:endParaRPr dirty="0">
              <a:solidFill>
                <a:schemeClr val="dk1"/>
              </a:solidFill>
            </a:endParaRPr>
          </a:p>
        </p:txBody>
      </p:sp>
      <p:sp>
        <p:nvSpPr>
          <p:cNvPr id="405" name="Google Shape;405;g2524d66b2ad_0_3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06" name="Google Shape;406;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07" name="Google Shape;407;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10" name="Google Shape;410;g2524d66b2ad_0_3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A667854C-2BCA-23A4-106D-54F6F23E98FA}"/>
              </a:ext>
            </a:extLst>
          </p:cNvPr>
          <p:cNvPicPr>
            <a:picLocks noChangeAspect="1"/>
          </p:cNvPicPr>
          <p:nvPr/>
        </p:nvPicPr>
        <p:blipFill>
          <a:blip r:embed="rId3"/>
          <a:stretch>
            <a:fillRect/>
          </a:stretch>
        </p:blipFill>
        <p:spPr>
          <a:xfrm>
            <a:off x="3633823" y="2236304"/>
            <a:ext cx="5122550" cy="3043227"/>
          </a:xfrm>
          <a:prstGeom prst="rect">
            <a:avLst/>
          </a:prstGeom>
        </p:spPr>
      </p:pic>
    </p:spTree>
    <p:extLst>
      <p:ext uri="{BB962C8B-B14F-4D97-AF65-F5344CB8AC3E}">
        <p14:creationId xmlns:p14="http://schemas.microsoft.com/office/powerpoint/2010/main" val="16641652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435"/>
        <p:cNvGrpSpPr/>
        <p:nvPr/>
      </p:nvGrpSpPr>
      <p:grpSpPr>
        <a:xfrm>
          <a:off x="0" y="0"/>
          <a:ext cx="0" cy="0"/>
          <a:chOff x="0" y="0"/>
          <a:chExt cx="0" cy="0"/>
        </a:xfrm>
      </p:grpSpPr>
      <p:sp>
        <p:nvSpPr>
          <p:cNvPr id="436" name="Google Shape;436;g1dc40ab34ca_0_21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a:t>
            </a:r>
            <a:endParaRPr/>
          </a:p>
          <a:p>
            <a:pPr marL="0" lvl="0" indent="0" algn="l" rtl="0">
              <a:lnSpc>
                <a:spcPct val="100000"/>
              </a:lnSpc>
              <a:spcBef>
                <a:spcPts val="0"/>
              </a:spcBef>
              <a:spcAft>
                <a:spcPts val="0"/>
              </a:spcAft>
              <a:buClr>
                <a:schemeClr val="lt1"/>
              </a:buClr>
              <a:buSzPct val="100000"/>
              <a:buFont typeface="Gill Sans"/>
              <a:buNone/>
            </a:pPr>
            <a:r>
              <a:rPr lang="es-ES"/>
              <a:t>DE CONSOLA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437" name="Google Shape;437;g1dc40ab34ca_0_21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438" name="Google Shape;438;g1dc40ab34ca_0_21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439" name="Google Shape;439;g1dc40ab34ca_0_21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440" name="Google Shape;440;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1" name="Google Shape;441;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443" name="Google Shape;443;g1dc40ab34ca_0_21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10" name="Imagen 9">
            <a:extLst>
              <a:ext uri="{FF2B5EF4-FFF2-40B4-BE49-F238E27FC236}">
                <a16:creationId xmlns:a16="http://schemas.microsoft.com/office/drawing/2014/main" id="{08A14BF4-F875-420D-9C69-85F16EC346D9}"/>
              </a:ext>
            </a:extLst>
          </p:cNvPr>
          <p:cNvPicPr/>
          <p:nvPr/>
        </p:nvPicPr>
        <p:blipFill>
          <a:blip r:embed="rId3"/>
          <a:stretch>
            <a:fillRect/>
          </a:stretch>
        </p:blipFill>
        <p:spPr>
          <a:xfrm>
            <a:off x="3149649" y="2218412"/>
            <a:ext cx="3156325" cy="1678756"/>
          </a:xfrm>
          <a:prstGeom prst="rect">
            <a:avLst/>
          </a:prstGeom>
          <a:ln w="88900" cap="sq" cmpd="thickThin">
            <a:solidFill>
              <a:srgbClr val="000000"/>
            </a:solidFill>
            <a:prstDash val="solid"/>
            <a:miter lim="800000"/>
          </a:ln>
          <a:effectLst>
            <a:innerShdw blurRad="76200">
              <a:srgbClr val="000000"/>
            </a:innerShdw>
          </a:effectLst>
        </p:spPr>
      </p:pic>
      <p:pic>
        <p:nvPicPr>
          <p:cNvPr id="11" name="Imagen 10">
            <a:extLst>
              <a:ext uri="{FF2B5EF4-FFF2-40B4-BE49-F238E27FC236}">
                <a16:creationId xmlns:a16="http://schemas.microsoft.com/office/drawing/2014/main" id="{9E02E913-8741-4690-BEE2-367EA4FD8362}"/>
              </a:ext>
            </a:extLst>
          </p:cNvPr>
          <p:cNvPicPr/>
          <p:nvPr/>
        </p:nvPicPr>
        <p:blipFill rotWithShape="1">
          <a:blip r:embed="rId4"/>
          <a:srcRect b="7514"/>
          <a:stretch/>
        </p:blipFill>
        <p:spPr bwMode="auto">
          <a:xfrm>
            <a:off x="3088180" y="4216680"/>
            <a:ext cx="3271979" cy="1947820"/>
          </a:xfrm>
          <a:prstGeom prst="rect">
            <a:avLst/>
          </a:prstGeom>
          <a:ln w="88900" cap="sq" cmpd="thickThin" algn="ctr">
            <a:solidFill>
              <a:srgbClr val="000000"/>
            </a:solidFill>
            <a:prstDash val="solid"/>
            <a:miter lim="800000"/>
            <a:headEnd type="none" w="med" len="med"/>
            <a:tailEnd type="none" w="med" len="med"/>
          </a:ln>
          <a:effectLst>
            <a:innerShdw blurRad="76200">
              <a:srgbClr val="000000"/>
            </a:innerShdw>
          </a:effectLst>
          <a:extLst>
            <a:ext uri="{53640926-AAD7-44D8-BBD7-CCE9431645EC}">
              <a14:shadowObscured xmlns:a14="http://schemas.microsoft.com/office/drawing/2010/main"/>
            </a:ext>
          </a:extLst>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2524d66b2ad_0_451"/>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2.3 CREACIÓN DEL CLIENTE EN APLICACIÓN MÓVIL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04" name="Google Shape;504;g2524d66b2ad_0_45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05" name="Google Shape;505;g2524d66b2ad_0_45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06" name="Google Shape;506;g2524d66b2ad_0_451"/>
          <p:cNvSpPr txBox="1"/>
          <p:nvPr/>
        </p:nvSpPr>
        <p:spPr>
          <a:xfrm>
            <a:off x="392325" y="1898900"/>
            <a:ext cx="8162100" cy="2720700"/>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07" name="Google Shape;507;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08" name="Google Shape;508;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10" name="Google Shape;510;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530C689D-356E-0492-265D-7A95BE6D9ED6}"/>
              </a:ext>
            </a:extLst>
          </p:cNvPr>
          <p:cNvPicPr>
            <a:picLocks noChangeAspect="1"/>
          </p:cNvPicPr>
          <p:nvPr/>
        </p:nvPicPr>
        <p:blipFill>
          <a:blip r:embed="rId3"/>
          <a:stretch>
            <a:fillRect/>
          </a:stretch>
        </p:blipFill>
        <p:spPr>
          <a:xfrm>
            <a:off x="1960578" y="2094899"/>
            <a:ext cx="5543466" cy="3983745"/>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g2524d66b2ad_0_451"/>
          <p:cNvSpPr txBox="1">
            <a:spLocks noGrp="1"/>
          </p:cNvSpPr>
          <p:nvPr>
            <p:ph type="title"/>
          </p:nvPr>
        </p:nvSpPr>
        <p:spPr>
          <a:xfrm>
            <a:off x="581242" y="779356"/>
            <a:ext cx="7973183" cy="1013700"/>
          </a:xfrm>
          <a:prstGeom prst="rect">
            <a:avLst/>
          </a:prstGeom>
          <a:noFill/>
          <a:ln>
            <a:noFill/>
          </a:ln>
        </p:spPr>
        <p:txBody>
          <a:bodyPr spcFirstLastPara="1" wrap="square" lIns="91425" tIns="45700" rIns="91425" bIns="45700" anchor="b" anchorCtr="0">
            <a:normAutofit fontScale="90000"/>
          </a:bodyPr>
          <a:lstStyle/>
          <a:p>
            <a:pPr marL="0" lvl="0" indent="0" algn="l" rtl="0">
              <a:lnSpc>
                <a:spcPct val="100000"/>
              </a:lnSpc>
              <a:spcBef>
                <a:spcPts val="0"/>
              </a:spcBef>
              <a:spcAft>
                <a:spcPts val="0"/>
              </a:spcAft>
              <a:buClr>
                <a:schemeClr val="lt1"/>
              </a:buClr>
              <a:buSzPct val="100000"/>
              <a:buFont typeface="Gill Sans"/>
              <a:buNone/>
            </a:pPr>
            <a:endParaRPr dirty="0"/>
          </a:p>
          <a:p>
            <a:pPr marL="0" lvl="0" indent="0" algn="l" rtl="0">
              <a:lnSpc>
                <a:spcPct val="100000"/>
              </a:lnSpc>
              <a:spcBef>
                <a:spcPts val="0"/>
              </a:spcBef>
              <a:spcAft>
                <a:spcPts val="0"/>
              </a:spcAft>
              <a:buClr>
                <a:schemeClr val="lt1"/>
              </a:buClr>
              <a:buSzPct val="100000"/>
              <a:buFont typeface="Gill Sans"/>
              <a:buNone/>
            </a:pPr>
            <a:r>
              <a:rPr lang="es-ES" dirty="0"/>
              <a:t>2.4</a:t>
            </a:r>
            <a:r>
              <a:rPr lang="es-MX" dirty="0"/>
              <a:t>.	CREACIÓN DEL CLIENTE EN APLICACIÓN DE WEB</a:t>
            </a:r>
            <a:endParaRPr dirty="0"/>
          </a:p>
          <a:p>
            <a:pPr marL="0" lvl="0" indent="0" algn="l" rtl="0">
              <a:lnSpc>
                <a:spcPct val="100000"/>
              </a:lnSpc>
              <a:spcBef>
                <a:spcPts val="0"/>
              </a:spcBef>
              <a:spcAft>
                <a:spcPts val="0"/>
              </a:spcAft>
              <a:buClr>
                <a:schemeClr val="lt1"/>
              </a:buClr>
              <a:buSzPct val="100000"/>
              <a:buFont typeface="Gill Sans"/>
              <a:buNone/>
            </a:pPr>
            <a:endParaRPr dirty="0"/>
          </a:p>
        </p:txBody>
      </p:sp>
      <p:sp>
        <p:nvSpPr>
          <p:cNvPr id="504" name="Google Shape;504;g2524d66b2ad_0_451"/>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05" name="Google Shape;505;g2524d66b2ad_0_451"/>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06" name="Google Shape;506;g2524d66b2ad_0_451"/>
          <p:cNvSpPr txBox="1"/>
          <p:nvPr/>
        </p:nvSpPr>
        <p:spPr>
          <a:xfrm>
            <a:off x="392325" y="1898900"/>
            <a:ext cx="8162100" cy="949973"/>
          </a:xfrm>
          <a:prstGeom prst="rect">
            <a:avLst/>
          </a:prstGeom>
          <a:noFill/>
          <a:ln>
            <a:noFill/>
          </a:ln>
        </p:spPr>
        <p:txBody>
          <a:bodyPr spcFirstLastPara="1" wrap="square" lIns="91425" tIns="91425" rIns="91425" bIns="91425" anchor="t" anchorCtr="0">
            <a:spAutoFit/>
          </a:bodyPr>
          <a:lstStyle/>
          <a:p>
            <a:pPr>
              <a:lnSpc>
                <a:spcPct val="115000"/>
              </a:lnSpc>
              <a:spcAft>
                <a:spcPts val="1000"/>
              </a:spcAft>
            </a:pPr>
            <a:r>
              <a:rPr lang="es-ES" sz="1800" dirty="0">
                <a:solidFill>
                  <a:schemeClr val="tx1"/>
                </a:solidFill>
                <a:latin typeface="Gill Sans"/>
              </a:rPr>
              <a:t>Se crean los paquetes orientados a una arquitectura MVC con una capa extra de </a:t>
            </a:r>
            <a:r>
              <a:rPr lang="es-ES" sz="1800" dirty="0" err="1">
                <a:solidFill>
                  <a:schemeClr val="tx1"/>
                </a:solidFill>
                <a:latin typeface="Gill Sans"/>
              </a:rPr>
              <a:t>servlets</a:t>
            </a:r>
            <a:r>
              <a:rPr lang="es-ES" sz="1800" dirty="0">
                <a:solidFill>
                  <a:schemeClr val="tx1"/>
                </a:solidFill>
                <a:latin typeface="Gill Sans"/>
              </a:rPr>
              <a:t> y </a:t>
            </a:r>
            <a:r>
              <a:rPr lang="es-ES" sz="1800" dirty="0" err="1">
                <a:solidFill>
                  <a:schemeClr val="tx1"/>
                </a:solidFill>
                <a:latin typeface="Gill Sans"/>
              </a:rPr>
              <a:t>jsp</a:t>
            </a:r>
            <a:r>
              <a:rPr lang="es-ES" sz="1800" dirty="0">
                <a:solidFill>
                  <a:schemeClr val="tx1"/>
                </a:solidFill>
                <a:latin typeface="Gill Sans"/>
              </a:rPr>
              <a:t> en las vistas</a:t>
            </a:r>
            <a:endParaRPr lang="es-EC" sz="1800" dirty="0">
              <a:solidFill>
                <a:schemeClr val="tx1"/>
              </a:solidFill>
              <a:latin typeface="Gill Sans"/>
            </a:endParaRPr>
          </a:p>
        </p:txBody>
      </p:sp>
      <p:sp>
        <p:nvSpPr>
          <p:cNvPr id="507" name="Google Shape;507;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08" name="Google Shape;508;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10" name="Google Shape;510;g2524d66b2ad_0_451"/>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a:solidFill>
                  <a:srgbClr val="FFFF00"/>
                </a:solidFill>
                <a:latin typeface="Gill Sans"/>
                <a:ea typeface="Gill Sans"/>
                <a:cs typeface="Gill Sans"/>
                <a:sym typeface="Gill Sans"/>
              </a:rPr>
              <a:t>2</a:t>
            </a:r>
            <a:r>
              <a:rPr lang="es-ES" sz="1100" b="0" i="0" u="none" strike="noStrike" cap="none">
                <a:solidFill>
                  <a:srgbClr val="FFFF00"/>
                </a:solidFill>
                <a:latin typeface="Gill Sans"/>
                <a:ea typeface="Gill Sans"/>
                <a:cs typeface="Gill Sans"/>
                <a:sym typeface="Gill Sans"/>
              </a:rPr>
              <a:t>	</a:t>
            </a:r>
            <a:r>
              <a:rPr lang="es-ES" sz="1100">
                <a:solidFill>
                  <a:srgbClr val="FFFF00"/>
                </a:solidFill>
                <a:latin typeface="Gill Sans"/>
                <a:ea typeface="Gill Sans"/>
                <a:cs typeface="Gill Sans"/>
                <a:sym typeface="Gill Sans"/>
              </a:rPr>
              <a:t>DESARROLLO</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pic>
        <p:nvPicPr>
          <p:cNvPr id="3" name="Imagen 2">
            <a:extLst>
              <a:ext uri="{FF2B5EF4-FFF2-40B4-BE49-F238E27FC236}">
                <a16:creationId xmlns:a16="http://schemas.microsoft.com/office/drawing/2014/main" id="{07DC1195-E9F4-4B0C-8406-97B740CAA8FE}"/>
              </a:ext>
            </a:extLst>
          </p:cNvPr>
          <p:cNvPicPr>
            <a:picLocks noChangeAspect="1"/>
          </p:cNvPicPr>
          <p:nvPr/>
        </p:nvPicPr>
        <p:blipFill>
          <a:blip r:embed="rId3"/>
          <a:stretch>
            <a:fillRect/>
          </a:stretch>
        </p:blipFill>
        <p:spPr>
          <a:xfrm>
            <a:off x="3347253" y="2848873"/>
            <a:ext cx="2907905" cy="3229771"/>
          </a:xfrm>
          <a:prstGeom prst="rect">
            <a:avLst/>
          </a:prstGeom>
        </p:spPr>
      </p:pic>
    </p:spTree>
    <p:extLst>
      <p:ext uri="{BB962C8B-B14F-4D97-AF65-F5344CB8AC3E}">
        <p14:creationId xmlns:p14="http://schemas.microsoft.com/office/powerpoint/2010/main" val="21052231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5" name="Google Shape;525;g2524d66b2ad_0_476"/>
          <p:cNvSpPr txBox="1">
            <a:spLocks noGrp="1"/>
          </p:cNvSpPr>
          <p:nvPr>
            <p:ph type="title"/>
          </p:nvPr>
        </p:nvSpPr>
        <p:spPr>
          <a:xfrm>
            <a:off x="581242" y="7793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ct val="100000"/>
              <a:buFont typeface="Gill Sans"/>
              <a:buNone/>
            </a:pPr>
            <a:endParaRPr/>
          </a:p>
          <a:p>
            <a:pPr marL="0" lvl="0" indent="0" algn="l" rtl="0">
              <a:lnSpc>
                <a:spcPct val="100000"/>
              </a:lnSpc>
              <a:spcBef>
                <a:spcPts val="0"/>
              </a:spcBef>
              <a:spcAft>
                <a:spcPts val="0"/>
              </a:spcAft>
              <a:buClr>
                <a:schemeClr val="lt1"/>
              </a:buClr>
              <a:buSzPct val="100000"/>
              <a:buFont typeface="Gill Sans"/>
              <a:buNone/>
            </a:pPr>
            <a:r>
              <a:rPr lang="es-ES"/>
              <a:t>3 EJECUCIÓN </a:t>
            </a:r>
            <a:endParaRPr/>
          </a:p>
          <a:p>
            <a:pPr marL="0" lvl="0" indent="0" algn="l" rtl="0">
              <a:lnSpc>
                <a:spcPct val="100000"/>
              </a:lnSpc>
              <a:spcBef>
                <a:spcPts val="0"/>
              </a:spcBef>
              <a:spcAft>
                <a:spcPts val="0"/>
              </a:spcAft>
              <a:buClr>
                <a:schemeClr val="lt1"/>
              </a:buClr>
              <a:buSzPct val="100000"/>
              <a:buFont typeface="Gill Sans"/>
              <a:buNone/>
            </a:pPr>
            <a:endParaRPr/>
          </a:p>
        </p:txBody>
      </p:sp>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3" name="TextBox 2">
            <a:extLst>
              <a:ext uri="{FF2B5EF4-FFF2-40B4-BE49-F238E27FC236}">
                <a16:creationId xmlns:a16="http://schemas.microsoft.com/office/drawing/2014/main" id="{014C9986-281E-B768-CBED-79EECC0EE90D}"/>
              </a:ext>
            </a:extLst>
          </p:cNvPr>
          <p:cNvSpPr txBox="1"/>
          <p:nvPr/>
        </p:nvSpPr>
        <p:spPr>
          <a:xfrm>
            <a:off x="415015" y="1984786"/>
            <a:ext cx="6104020" cy="423514"/>
          </a:xfrm>
          <a:prstGeom prst="rect">
            <a:avLst/>
          </a:prstGeom>
          <a:noFill/>
        </p:spPr>
        <p:txBody>
          <a:bodyPr wrap="square">
            <a:spAutoFit/>
          </a:bodyPr>
          <a:lstStyle/>
          <a:p>
            <a:pPr>
              <a:lnSpc>
                <a:spcPct val="115000"/>
              </a:lnSpc>
              <a:spcAft>
                <a:spcPts val="1000"/>
              </a:spcAft>
            </a:pPr>
            <a:r>
              <a:rPr lang="es-ES" sz="2000" b="1">
                <a:solidFill>
                  <a:srgbClr val="244061"/>
                </a:solidFill>
                <a:effectLst/>
                <a:latin typeface="Arial" panose="020B0604020202020204" pitchFamily="34" charset="0"/>
                <a:ea typeface="SimSun" panose="02010600030101010101" pitchFamily="2" charset="-122"/>
                <a:cs typeface="Arial" panose="020B0604020202020204" pitchFamily="34" charset="0"/>
              </a:rPr>
              <a:t>Ejecución de cliente consola</a:t>
            </a:r>
            <a:endParaRPr lang="es-EC" sz="1200">
              <a:effectLst/>
              <a:latin typeface="Calibri" panose="020F0502020204030204" pitchFamily="34" charset="0"/>
              <a:ea typeface="Calibri" panose="020F0502020204030204" pitchFamily="34" charset="0"/>
              <a:cs typeface="Arial" panose="020B0604020202020204" pitchFamily="34" charset="0"/>
            </a:endParaRPr>
          </a:p>
        </p:txBody>
      </p:sp>
      <p:pic>
        <p:nvPicPr>
          <p:cNvPr id="4" name="Imagen 3">
            <a:extLst>
              <a:ext uri="{FF2B5EF4-FFF2-40B4-BE49-F238E27FC236}">
                <a16:creationId xmlns:a16="http://schemas.microsoft.com/office/drawing/2014/main" id="{38E7E138-81D4-04AA-031E-9CFB410FECD6}"/>
              </a:ext>
            </a:extLst>
          </p:cNvPr>
          <p:cNvPicPr>
            <a:picLocks noChangeAspect="1"/>
          </p:cNvPicPr>
          <p:nvPr/>
        </p:nvPicPr>
        <p:blipFill>
          <a:blip r:embed="rId3"/>
          <a:stretch>
            <a:fillRect/>
          </a:stretch>
        </p:blipFill>
        <p:spPr>
          <a:xfrm>
            <a:off x="3000000" y="2514064"/>
            <a:ext cx="3343742" cy="4086795"/>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524"/>
        <p:cNvGrpSpPr/>
        <p:nvPr/>
      </p:nvGrpSpPr>
      <p:grpSpPr>
        <a:xfrm>
          <a:off x="0" y="0"/>
          <a:ext cx="0" cy="0"/>
          <a:chOff x="0" y="0"/>
          <a:chExt cx="0" cy="0"/>
        </a:xfrm>
      </p:grpSpPr>
      <p:sp>
        <p:nvSpPr>
          <p:cNvPr id="526" name="Google Shape;526;g2524d66b2ad_0_476"/>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 name="Title 4">
            <a:extLst>
              <a:ext uri="{FF2B5EF4-FFF2-40B4-BE49-F238E27FC236}">
                <a16:creationId xmlns:a16="http://schemas.microsoft.com/office/drawing/2014/main" id="{4B3B84C6-6A8A-D086-F942-5F36FF284384}"/>
              </a:ext>
            </a:extLst>
          </p:cNvPr>
          <p:cNvSpPr>
            <a:spLocks noGrp="1"/>
          </p:cNvSpPr>
          <p:nvPr>
            <p:ph type="title"/>
          </p:nvPr>
        </p:nvSpPr>
        <p:spPr/>
        <p:txBody>
          <a:bodyPr>
            <a:normAutofit fontScale="90000"/>
          </a:bodyPr>
          <a:lstStyle/>
          <a:p>
            <a:r>
              <a:rPr lang="es-ES" b="1">
                <a:solidFill>
                  <a:schemeClr val="bg1"/>
                </a:solidFill>
                <a:effectLst/>
                <a:latin typeface="Arial" panose="020B0604020202020204" pitchFamily="34" charset="0"/>
                <a:ea typeface="SimSun" panose="02010600030101010101" pitchFamily="2" charset="-122"/>
              </a:rPr>
              <a:t>Ejecución del cliente escritorio:</a:t>
            </a:r>
            <a:br>
              <a:rPr lang="es-ES" b="1">
                <a:solidFill>
                  <a:schemeClr val="bg1"/>
                </a:solidFill>
                <a:effectLst/>
                <a:latin typeface="Arial" panose="020B0604020202020204" pitchFamily="34" charset="0"/>
                <a:ea typeface="SimSun" panose="02010600030101010101" pitchFamily="2" charset="-122"/>
              </a:rPr>
            </a:br>
            <a:endParaRPr lang="es-EC" sz="4000">
              <a:solidFill>
                <a:schemeClr val="bg1"/>
              </a:solidFill>
            </a:endParaRPr>
          </a:p>
        </p:txBody>
      </p:sp>
      <p:pic>
        <p:nvPicPr>
          <p:cNvPr id="3" name="Imagen 2">
            <a:extLst>
              <a:ext uri="{FF2B5EF4-FFF2-40B4-BE49-F238E27FC236}">
                <a16:creationId xmlns:a16="http://schemas.microsoft.com/office/drawing/2014/main" id="{3FE5B071-7888-3892-457E-EB6963F41D32}"/>
              </a:ext>
            </a:extLst>
          </p:cNvPr>
          <p:cNvPicPr>
            <a:picLocks noChangeAspect="1"/>
          </p:cNvPicPr>
          <p:nvPr/>
        </p:nvPicPr>
        <p:blipFill>
          <a:blip r:embed="rId3"/>
          <a:stretch>
            <a:fillRect/>
          </a:stretch>
        </p:blipFill>
        <p:spPr>
          <a:xfrm>
            <a:off x="392325" y="1530626"/>
            <a:ext cx="4702124" cy="2961861"/>
          </a:xfrm>
          <a:prstGeom prst="rect">
            <a:avLst/>
          </a:prstGeom>
        </p:spPr>
      </p:pic>
      <p:pic>
        <p:nvPicPr>
          <p:cNvPr id="6" name="Imagen 5">
            <a:extLst>
              <a:ext uri="{FF2B5EF4-FFF2-40B4-BE49-F238E27FC236}">
                <a16:creationId xmlns:a16="http://schemas.microsoft.com/office/drawing/2014/main" id="{DCC5F5B4-A8D4-825A-F9F7-788DF3D1C9BE}"/>
              </a:ext>
            </a:extLst>
          </p:cNvPr>
          <p:cNvPicPr>
            <a:picLocks noChangeAspect="1"/>
          </p:cNvPicPr>
          <p:nvPr/>
        </p:nvPicPr>
        <p:blipFill>
          <a:blip r:embed="rId4"/>
          <a:stretch>
            <a:fillRect/>
          </a:stretch>
        </p:blipFill>
        <p:spPr>
          <a:xfrm>
            <a:off x="4071758" y="3899661"/>
            <a:ext cx="4784826" cy="2842591"/>
          </a:xfrm>
          <a:prstGeom prst="rect">
            <a:avLst/>
          </a:prstGeom>
        </p:spPr>
      </p:pic>
    </p:spTree>
    <p:extLst>
      <p:ext uri="{BB962C8B-B14F-4D97-AF65-F5344CB8AC3E}">
        <p14:creationId xmlns:p14="http://schemas.microsoft.com/office/powerpoint/2010/main" val="182329323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524">
          <a:extLst>
            <a:ext uri="{FF2B5EF4-FFF2-40B4-BE49-F238E27FC236}">
              <a16:creationId xmlns:a16="http://schemas.microsoft.com/office/drawing/2014/main" id="{FA9B1F72-B385-FB5B-C998-4B23324D85B4}"/>
            </a:ext>
          </a:extLst>
        </p:cNvPr>
        <p:cNvGrpSpPr/>
        <p:nvPr/>
      </p:nvGrpSpPr>
      <p:grpSpPr>
        <a:xfrm>
          <a:off x="0" y="0"/>
          <a:ext cx="0" cy="0"/>
          <a:chOff x="0" y="0"/>
          <a:chExt cx="0" cy="0"/>
        </a:xfrm>
      </p:grpSpPr>
      <p:sp>
        <p:nvSpPr>
          <p:cNvPr id="526" name="Google Shape;526;g2524d66b2ad_0_476">
            <a:extLst>
              <a:ext uri="{FF2B5EF4-FFF2-40B4-BE49-F238E27FC236}">
                <a16:creationId xmlns:a16="http://schemas.microsoft.com/office/drawing/2014/main" id="{C2756CAC-1BC5-CE59-5923-E85BB4597984}"/>
              </a:ext>
            </a:extLst>
          </p:cNvPr>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27" name="Google Shape;527;g2524d66b2ad_0_476">
            <a:extLst>
              <a:ext uri="{FF2B5EF4-FFF2-40B4-BE49-F238E27FC236}">
                <a16:creationId xmlns:a16="http://schemas.microsoft.com/office/drawing/2014/main" id="{075C57DF-9118-1907-3DF9-11D7AA144623}"/>
              </a:ext>
            </a:extLst>
          </p:cNvPr>
          <p:cNvSpPr txBox="1"/>
          <p:nvPr/>
        </p:nvSpPr>
        <p:spPr>
          <a:xfrm>
            <a:off x="0" y="0"/>
            <a:ext cx="3000000" cy="354000"/>
          </a:xfrm>
          <a:prstGeom prst="rect">
            <a:avLst/>
          </a:prstGeom>
          <a:noFill/>
          <a:ln>
            <a:noFill/>
          </a:ln>
        </p:spPr>
        <p:txBody>
          <a:bodyPr spcFirstLastPara="1" wrap="square" lIns="91425" tIns="91425" rIns="91425" bIns="91425" anchor="t" anchorCtr="0">
            <a:spAutoFit/>
          </a:bodyPr>
          <a:lstStyle/>
          <a:p>
            <a:pPr marL="0" marR="330200" lvl="0" indent="0" algn="just" rtl="0">
              <a:lnSpc>
                <a:spcPct val="107000"/>
              </a:lnSpc>
              <a:spcBef>
                <a:spcPts val="0"/>
              </a:spcBef>
              <a:spcAft>
                <a:spcPts val="800"/>
              </a:spcAft>
              <a:buClr>
                <a:srgbClr val="000000"/>
              </a:buClr>
              <a:buSzPts val="1100"/>
              <a:buFont typeface="Arial"/>
              <a:buNone/>
            </a:pPr>
            <a:endParaRPr sz="1100" b="0" i="0" u="none" strike="noStrike" cap="none">
              <a:solidFill>
                <a:schemeClr val="dk1"/>
              </a:solidFill>
              <a:latin typeface="Times New Roman"/>
              <a:ea typeface="Times New Roman"/>
              <a:cs typeface="Times New Roman"/>
              <a:sym typeface="Times New Roman"/>
            </a:endParaRPr>
          </a:p>
        </p:txBody>
      </p:sp>
      <p:sp>
        <p:nvSpPr>
          <p:cNvPr id="528" name="Google Shape;528;g2524d66b2ad_0_476">
            <a:extLst>
              <a:ext uri="{FF2B5EF4-FFF2-40B4-BE49-F238E27FC236}">
                <a16:creationId xmlns:a16="http://schemas.microsoft.com/office/drawing/2014/main" id="{251EF944-873D-BC47-9B95-87FB037EC1F7}"/>
              </a:ext>
            </a:extLst>
          </p:cNvPr>
          <p:cNvSpPr txBox="1"/>
          <p:nvPr/>
        </p:nvSpPr>
        <p:spPr>
          <a:xfrm>
            <a:off x="392325" y="1898900"/>
            <a:ext cx="3074700" cy="3066963"/>
          </a:xfrm>
          <a:prstGeom prst="rect">
            <a:avLst/>
          </a:prstGeom>
          <a:noFill/>
          <a:ln>
            <a:noFill/>
          </a:ln>
        </p:spPr>
        <p:txBody>
          <a:bodyPr spcFirstLastPara="1" wrap="square" lIns="91425" tIns="91425" rIns="91425" bIns="91425" anchor="t" anchorCtr="0">
            <a:spAutoFit/>
          </a:bodyPr>
          <a:lstStyle/>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a:p>
            <a:pPr marL="0" marR="0" lvl="0" indent="0" algn="just" rtl="0">
              <a:lnSpc>
                <a:spcPct val="115000"/>
              </a:lnSpc>
              <a:spcBef>
                <a:spcPts val="1200"/>
              </a:spcBef>
              <a:spcAft>
                <a:spcPts val="1200"/>
              </a:spcAft>
              <a:buClr>
                <a:srgbClr val="000000"/>
              </a:buClr>
              <a:buSzPts val="1700"/>
              <a:buFont typeface="Arial"/>
              <a:buNone/>
            </a:pPr>
            <a:endParaRPr sz="1700" b="0" i="0" u="none" strike="noStrike" cap="none">
              <a:solidFill>
                <a:schemeClr val="dk1"/>
              </a:solidFill>
              <a:latin typeface="Gill Sans"/>
              <a:ea typeface="Gill Sans"/>
              <a:cs typeface="Gill Sans"/>
              <a:sym typeface="Gill Sans"/>
            </a:endParaRPr>
          </a:p>
        </p:txBody>
      </p:sp>
      <p:sp>
        <p:nvSpPr>
          <p:cNvPr id="529" name="Google Shape;529;g2524d66b2ad_0_476">
            <a:extLst>
              <a:ext uri="{FF2B5EF4-FFF2-40B4-BE49-F238E27FC236}">
                <a16:creationId xmlns:a16="http://schemas.microsoft.com/office/drawing/2014/main" id="{8639B888-C681-E3A1-1139-265BAEAACAB9}"/>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rgbClr val="FFFF00"/>
              </a:buClr>
              <a:buSzPts val="1300"/>
              <a:buFont typeface="Arial"/>
              <a:buChar char="◼"/>
            </a:pPr>
            <a:r>
              <a:rPr lang="es-ES" sz="1100" b="0" i="0" u="none" strike="noStrike" cap="none">
                <a:solidFill>
                  <a:srgbClr val="FFFF00"/>
                </a:solidFill>
                <a:latin typeface="Gill Sans"/>
                <a:ea typeface="Gill Sans"/>
                <a:cs typeface="Gill Sans"/>
                <a:sym typeface="Gill Sans"/>
              </a:rPr>
              <a:t>3.3.	VIDEO 4: .NET STANDARD BCL PCL</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0" name="Google Shape;530;g2524d66b2ad_0_476">
            <a:extLst>
              <a:ext uri="{FF2B5EF4-FFF2-40B4-BE49-F238E27FC236}">
                <a16:creationId xmlns:a16="http://schemas.microsoft.com/office/drawing/2014/main" id="{DEEBA982-11B9-A21C-5C8A-FABAE8F12A9A}"/>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33" name="Google Shape;533;g2524d66b2ad_0_476">
            <a:extLst>
              <a:ext uri="{FF2B5EF4-FFF2-40B4-BE49-F238E27FC236}">
                <a16:creationId xmlns:a16="http://schemas.microsoft.com/office/drawing/2014/main" id="{907C2AFD-6AB1-D7D1-22F6-C5B15649CF02}"/>
              </a:ext>
            </a:extLst>
          </p:cNvPr>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a:t>
            </a:r>
            <a:r>
              <a:rPr lang="es-ES" sz="1100">
                <a:solidFill>
                  <a:srgbClr val="FFFF00"/>
                </a:solidFill>
                <a:latin typeface="Gill Sans"/>
                <a:ea typeface="Gill Sans"/>
                <a:cs typeface="Gill Sans"/>
                <a:sym typeface="Gill Sans"/>
              </a:rPr>
              <a:t>EJECUCIÓN</a:t>
            </a:r>
            <a:endParaRPr sz="1100" b="0" i="0" u="none" strike="noStrike" cap="none">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 name="Title 4">
            <a:extLst>
              <a:ext uri="{FF2B5EF4-FFF2-40B4-BE49-F238E27FC236}">
                <a16:creationId xmlns:a16="http://schemas.microsoft.com/office/drawing/2014/main" id="{26AD6079-A62C-0B0B-05EC-03AA121358E6}"/>
              </a:ext>
            </a:extLst>
          </p:cNvPr>
          <p:cNvSpPr>
            <a:spLocks noGrp="1"/>
          </p:cNvSpPr>
          <p:nvPr>
            <p:ph type="title"/>
          </p:nvPr>
        </p:nvSpPr>
        <p:spPr/>
        <p:txBody>
          <a:bodyPr>
            <a:normAutofit fontScale="90000"/>
          </a:bodyPr>
          <a:lstStyle/>
          <a:p>
            <a:r>
              <a:rPr lang="es-ES" b="1" dirty="0">
                <a:solidFill>
                  <a:schemeClr val="bg1"/>
                </a:solidFill>
                <a:effectLst/>
                <a:latin typeface="Arial" panose="020B0604020202020204" pitchFamily="34" charset="0"/>
                <a:ea typeface="SimSun" panose="02010600030101010101" pitchFamily="2" charset="-122"/>
              </a:rPr>
              <a:t>Ejecución del cliente web:</a:t>
            </a:r>
            <a:br>
              <a:rPr lang="es-ES" b="1" dirty="0">
                <a:solidFill>
                  <a:schemeClr val="bg1"/>
                </a:solidFill>
                <a:effectLst/>
                <a:latin typeface="Arial" panose="020B0604020202020204" pitchFamily="34" charset="0"/>
                <a:ea typeface="SimSun" panose="02010600030101010101" pitchFamily="2" charset="-122"/>
              </a:rPr>
            </a:br>
            <a:endParaRPr lang="es-EC" sz="4000" dirty="0">
              <a:solidFill>
                <a:schemeClr val="bg1"/>
              </a:solidFill>
            </a:endParaRPr>
          </a:p>
        </p:txBody>
      </p:sp>
      <p:pic>
        <p:nvPicPr>
          <p:cNvPr id="4" name="Imagen 3">
            <a:extLst>
              <a:ext uri="{FF2B5EF4-FFF2-40B4-BE49-F238E27FC236}">
                <a16:creationId xmlns:a16="http://schemas.microsoft.com/office/drawing/2014/main" id="{1E88D396-5C8C-4432-0EA9-4FB03E028A05}"/>
              </a:ext>
            </a:extLst>
          </p:cNvPr>
          <p:cNvPicPr>
            <a:picLocks noChangeAspect="1"/>
          </p:cNvPicPr>
          <p:nvPr/>
        </p:nvPicPr>
        <p:blipFill>
          <a:blip r:embed="rId3"/>
          <a:stretch>
            <a:fillRect/>
          </a:stretch>
        </p:blipFill>
        <p:spPr>
          <a:xfrm>
            <a:off x="415916" y="1815874"/>
            <a:ext cx="5317435" cy="2668416"/>
          </a:xfrm>
          <a:prstGeom prst="rect">
            <a:avLst/>
          </a:prstGeom>
        </p:spPr>
      </p:pic>
      <p:pic>
        <p:nvPicPr>
          <p:cNvPr id="8" name="Imagen 7">
            <a:extLst>
              <a:ext uri="{FF2B5EF4-FFF2-40B4-BE49-F238E27FC236}">
                <a16:creationId xmlns:a16="http://schemas.microsoft.com/office/drawing/2014/main" id="{72AC9792-37FD-18F2-1BA7-0ED9ADFF83A8}"/>
              </a:ext>
            </a:extLst>
          </p:cNvPr>
          <p:cNvPicPr>
            <a:picLocks noChangeAspect="1"/>
          </p:cNvPicPr>
          <p:nvPr/>
        </p:nvPicPr>
        <p:blipFill>
          <a:blip r:embed="rId4"/>
          <a:stretch>
            <a:fillRect/>
          </a:stretch>
        </p:blipFill>
        <p:spPr>
          <a:xfrm>
            <a:off x="3518067" y="4077316"/>
            <a:ext cx="5599299" cy="2780684"/>
          </a:xfrm>
          <a:prstGeom prst="rect">
            <a:avLst/>
          </a:prstGeom>
        </p:spPr>
      </p:pic>
    </p:spTree>
    <p:extLst>
      <p:ext uri="{BB962C8B-B14F-4D97-AF65-F5344CB8AC3E}">
        <p14:creationId xmlns:p14="http://schemas.microsoft.com/office/powerpoint/2010/main" val="43194258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537"/>
        <p:cNvGrpSpPr/>
        <p:nvPr/>
      </p:nvGrpSpPr>
      <p:grpSpPr>
        <a:xfrm>
          <a:off x="0" y="0"/>
          <a:ext cx="0" cy="0"/>
          <a:chOff x="0" y="0"/>
          <a:chExt cx="0" cy="0"/>
        </a:xfrm>
      </p:grpSpPr>
      <p:sp>
        <p:nvSpPr>
          <p:cNvPr id="538" name="Google Shape;538;g2524d66b2ad_0_490"/>
          <p:cNvSpPr txBox="1">
            <a:spLocks noGrp="1"/>
          </p:cNvSpPr>
          <p:nvPr>
            <p:ph type="body" idx="1"/>
          </p:nvPr>
        </p:nvSpPr>
        <p:spPr>
          <a:xfrm>
            <a:off x="491125" y="1804850"/>
            <a:ext cx="3312300" cy="4400100"/>
          </a:xfrm>
          <a:prstGeom prst="rect">
            <a:avLst/>
          </a:prstGeom>
          <a:noFill/>
          <a:ln>
            <a:noFill/>
          </a:ln>
        </p:spPr>
        <p:txBody>
          <a:bodyPr spcFirstLastPara="1" wrap="square" lIns="91425" tIns="45700" rIns="91425" bIns="45700" anchor="ctr" anchorCtr="0">
            <a:normAutofit/>
          </a:bodyPr>
          <a:lstStyle/>
          <a:p>
            <a:pPr marL="0" lvl="0" indent="0" algn="l" rtl="0">
              <a:spcBef>
                <a:spcPts val="360"/>
              </a:spcBef>
              <a:spcAft>
                <a:spcPts val="0"/>
              </a:spcAft>
              <a:buNone/>
            </a:pPr>
            <a:r>
              <a:rPr lang="es-ES"/>
              <a:t> </a:t>
            </a:r>
            <a:endParaRPr/>
          </a:p>
        </p:txBody>
      </p:sp>
      <p:sp>
        <p:nvSpPr>
          <p:cNvPr id="539" name="Google Shape;539;g2524d66b2ad_0_490"/>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17</a:t>
            </a:r>
            <a:endParaRPr sz="1400" b="0" i="0" u="none" strike="noStrike" cap="none">
              <a:solidFill>
                <a:srgbClr val="000000"/>
              </a:solidFill>
              <a:latin typeface="Arial"/>
              <a:ea typeface="Arial"/>
              <a:cs typeface="Arial"/>
              <a:sym typeface="Arial"/>
            </a:endParaRPr>
          </a:p>
        </p:txBody>
      </p:sp>
      <p:sp>
        <p:nvSpPr>
          <p:cNvPr id="540" name="Google Shape;540;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	DESARROLLO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3.1.	VIDEO 2: LENGUAJES DE PROGRAMACIÓN DE .NET</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1" name="Google Shape;541;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2	MARCO TEÓRICO</a:t>
            </a:r>
            <a:endParaRPr sz="1300" b="0" i="0" u="none" strike="noStrike" cap="none">
              <a:solidFill>
                <a:srgbClr val="FFFF00"/>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rgbClr val="FFFF00"/>
              </a:buClr>
              <a:buSzPts val="1100"/>
              <a:buFont typeface="Gill Sans"/>
              <a:buChar char="◼"/>
            </a:pPr>
            <a:r>
              <a:rPr lang="es-ES" sz="1100" b="0" i="0" u="none" strike="noStrike" cap="none">
                <a:solidFill>
                  <a:srgbClr val="FFFF00"/>
                </a:solidFill>
                <a:latin typeface="Gill Sans"/>
                <a:ea typeface="Gill Sans"/>
                <a:cs typeface="Gill Sans"/>
                <a:sym typeface="Gill Sans"/>
              </a:rPr>
              <a:t>2.4  BOOTSTRAP</a:t>
            </a:r>
            <a:endParaRPr sz="1100" b="0" i="0" u="none" strike="noStrike" cap="none">
              <a:solidFill>
                <a:srgbClr val="FFFF00"/>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44" name="Google Shape;544;g2524d66b2ad_0_490"/>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3	</a:t>
            </a:r>
            <a:r>
              <a:rPr lang="es-ES" sz="1100" dirty="0">
                <a:solidFill>
                  <a:srgbClr val="FFFF00"/>
                </a:solidFill>
                <a:latin typeface="Gill Sans"/>
                <a:ea typeface="Gill Sans"/>
                <a:cs typeface="Gill Sans"/>
                <a:sym typeface="Gill Sans"/>
              </a:rPr>
              <a:t>EJECUCIÓN</a:t>
            </a:r>
            <a:endParaRPr sz="1100" b="0" i="0" u="none" strike="noStrike" cap="none" dirty="0">
              <a:solidFill>
                <a:srgbClr val="FFFF00"/>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5	RECOMENDACIONES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6	BIBLIOGRAFÍA</a:t>
            </a:r>
            <a:endParaRPr sz="1100" b="0" i="0" u="none" strike="noStrike" cap="none" dirty="0">
              <a:solidFill>
                <a:srgbClr val="FFFF00"/>
              </a:solidFill>
              <a:latin typeface="Gill Sans"/>
              <a:ea typeface="Gill Sans"/>
              <a:cs typeface="Gill Sans"/>
              <a:sym typeface="Gill Sans"/>
            </a:endParaRPr>
          </a:p>
        </p:txBody>
      </p:sp>
      <p:sp>
        <p:nvSpPr>
          <p:cNvPr id="4" name="TextBox 3">
            <a:extLst>
              <a:ext uri="{FF2B5EF4-FFF2-40B4-BE49-F238E27FC236}">
                <a16:creationId xmlns:a16="http://schemas.microsoft.com/office/drawing/2014/main" id="{EF73760E-80E4-6BAF-33D9-6CBE479BC1AD}"/>
              </a:ext>
            </a:extLst>
          </p:cNvPr>
          <p:cNvSpPr txBox="1"/>
          <p:nvPr/>
        </p:nvSpPr>
        <p:spPr>
          <a:xfrm>
            <a:off x="623078" y="994200"/>
            <a:ext cx="6104020" cy="555986"/>
          </a:xfrm>
          <a:prstGeom prst="rect">
            <a:avLst/>
          </a:prstGeom>
          <a:noFill/>
        </p:spPr>
        <p:txBody>
          <a:bodyPr wrap="square">
            <a:spAutoFit/>
          </a:bodyPr>
          <a:lstStyle/>
          <a:p>
            <a:pPr>
              <a:lnSpc>
                <a:spcPct val="115000"/>
              </a:lnSpc>
              <a:spcAft>
                <a:spcPts val="1000"/>
              </a:spcAft>
            </a:pPr>
            <a:r>
              <a:rPr lang="es-ES" sz="2800" b="1" dirty="0">
                <a:solidFill>
                  <a:schemeClr val="bg1"/>
                </a:solidFill>
                <a:effectLst/>
                <a:latin typeface="Arial" panose="020B0604020202020204" pitchFamily="34" charset="0"/>
                <a:ea typeface="SimSun" panose="02010600030101010101" pitchFamily="2" charset="-122"/>
                <a:cs typeface="Arial" panose="020B0604020202020204" pitchFamily="34" charset="0"/>
              </a:rPr>
              <a:t>Ejecución de cliente móvil </a:t>
            </a:r>
            <a:endParaRPr lang="es-EC" sz="1600" dirty="0">
              <a:solidFill>
                <a:schemeClr val="bg1"/>
              </a:solidFill>
              <a:effectLst/>
              <a:latin typeface="Calibri" panose="020F0502020204030204" pitchFamily="34" charset="0"/>
              <a:ea typeface="Calibri" panose="020F0502020204030204" pitchFamily="34" charset="0"/>
              <a:cs typeface="Arial" panose="020B0604020202020204" pitchFamily="34" charset="0"/>
            </a:endParaRPr>
          </a:p>
        </p:txBody>
      </p:sp>
      <p:pic>
        <p:nvPicPr>
          <p:cNvPr id="3" name="Imagen 2">
            <a:extLst>
              <a:ext uri="{FF2B5EF4-FFF2-40B4-BE49-F238E27FC236}">
                <a16:creationId xmlns:a16="http://schemas.microsoft.com/office/drawing/2014/main" id="{2F7542BD-5DE0-627D-39B2-C82C33FE5622}"/>
              </a:ext>
            </a:extLst>
          </p:cNvPr>
          <p:cNvPicPr>
            <a:picLocks noChangeAspect="1"/>
          </p:cNvPicPr>
          <p:nvPr/>
        </p:nvPicPr>
        <p:blipFill>
          <a:blip r:embed="rId3"/>
          <a:stretch>
            <a:fillRect/>
          </a:stretch>
        </p:blipFill>
        <p:spPr>
          <a:xfrm>
            <a:off x="1909141" y="1887412"/>
            <a:ext cx="2174148" cy="4831440"/>
          </a:xfrm>
          <a:prstGeom prst="rect">
            <a:avLst/>
          </a:prstGeom>
        </p:spPr>
      </p:pic>
      <p:pic>
        <p:nvPicPr>
          <p:cNvPr id="6" name="Imagen 5">
            <a:extLst>
              <a:ext uri="{FF2B5EF4-FFF2-40B4-BE49-F238E27FC236}">
                <a16:creationId xmlns:a16="http://schemas.microsoft.com/office/drawing/2014/main" id="{1324CC2A-38F5-A77A-CBBA-CF02338D7F02}"/>
              </a:ext>
            </a:extLst>
          </p:cNvPr>
          <p:cNvPicPr>
            <a:picLocks noChangeAspect="1"/>
          </p:cNvPicPr>
          <p:nvPr/>
        </p:nvPicPr>
        <p:blipFill>
          <a:blip r:embed="rId4"/>
          <a:stretch>
            <a:fillRect/>
          </a:stretch>
        </p:blipFill>
        <p:spPr>
          <a:xfrm>
            <a:off x="4552950" y="2026558"/>
            <a:ext cx="2174148" cy="4831441"/>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35"/>
          <p:cNvSpPr txBox="1">
            <a:spLocks noGrp="1"/>
          </p:cNvSpPr>
          <p:nvPr>
            <p:ph type="title"/>
          </p:nvPr>
        </p:nvSpPr>
        <p:spPr>
          <a:xfrm>
            <a:off x="581192" y="702156"/>
            <a:ext cx="11029500" cy="10137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4	CONCLUSIONES</a:t>
            </a:r>
            <a:endParaRPr/>
          </a:p>
        </p:txBody>
      </p:sp>
      <p:sp>
        <p:nvSpPr>
          <p:cNvPr id="550" name="Google Shape;550;p35"/>
          <p:cNvSpPr txBox="1">
            <a:spLocks noGrp="1"/>
          </p:cNvSpPr>
          <p:nvPr>
            <p:ph type="body" idx="1"/>
          </p:nvPr>
        </p:nvSpPr>
        <p:spPr>
          <a:xfrm>
            <a:off x="581192" y="1903306"/>
            <a:ext cx="8176800" cy="3616961"/>
          </a:xfrm>
          <a:prstGeom prst="rect">
            <a:avLst/>
          </a:prstGeom>
          <a:noFill/>
          <a:ln>
            <a:noFill/>
          </a:ln>
        </p:spPr>
        <p:txBody>
          <a:bodyPr spcFirstLastPara="1" wrap="square" lIns="91425" tIns="45700" rIns="91425" bIns="45700" anchor="ctr" anchorCtr="0">
            <a:normAutofit/>
          </a:bodyPr>
          <a:lstStyle/>
          <a:p>
            <a:pPr lvl="0" indent="-325869">
              <a:spcBef>
                <a:spcPts val="960"/>
              </a:spcBef>
              <a:buClr>
                <a:schemeClr val="dk1"/>
              </a:buClr>
              <a:buSzPct val="91999"/>
            </a:pPr>
            <a:r>
              <a:rPr lang="es-MX" dirty="0"/>
              <a:t>La práctica permitió a los estudiantes desarrollar un servicio web básico en Java, utilizando tecnologías estándar como JAX-WS. Esto les proporcionó una comprensión práctica de cómo exponer métodos de conversión de unidades a través de un servicio web accesible.</a:t>
            </a:r>
          </a:p>
          <a:p>
            <a:pPr indent="-325869">
              <a:lnSpc>
                <a:spcPct val="110000"/>
              </a:lnSpc>
              <a:spcBef>
                <a:spcPts val="960"/>
              </a:spcBef>
              <a:buClr>
                <a:schemeClr val="dk1"/>
              </a:buClr>
              <a:buSzPct val="91999"/>
            </a:pPr>
            <a:r>
              <a:rPr lang="es-EC" altLang="es-EC" dirty="0"/>
              <a:t>La correcta estructuración del proyecto en paquetes (prueba, servicio, </a:t>
            </a:r>
            <a:r>
              <a:rPr lang="es-EC" altLang="es-EC" dirty="0" err="1"/>
              <a:t>ws</a:t>
            </a:r>
            <a:r>
              <a:rPr lang="es-EC" altLang="es-EC" dirty="0"/>
              <a:t>) mejoró la organización y mantenibilidad del código. Este enfoque modular facilita futuras modificaciones y extensiones del sistema. </a:t>
            </a:r>
          </a:p>
          <a:p>
            <a:pPr lvl="0" indent="-325869">
              <a:spcBef>
                <a:spcPts val="960"/>
              </a:spcBef>
              <a:buClr>
                <a:schemeClr val="dk1"/>
              </a:buClr>
              <a:buSzPct val="91999"/>
            </a:pPr>
            <a:endParaRPr dirty="0">
              <a:solidFill>
                <a:schemeClr val="dk1"/>
              </a:solidFill>
            </a:endParaRPr>
          </a:p>
        </p:txBody>
      </p:sp>
      <p:sp>
        <p:nvSpPr>
          <p:cNvPr id="551" name="Google Shape;551;p35"/>
          <p:cNvSpPr txBox="1"/>
          <p:nvPr/>
        </p:nvSpPr>
        <p:spPr>
          <a:xfrm>
            <a:off x="11704320" y="6427410"/>
            <a:ext cx="467400" cy="40020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35</a:t>
            </a:r>
            <a:endParaRPr sz="1400" b="0" i="0" u="none" strike="noStrike" cap="none">
              <a:solidFill>
                <a:srgbClr val="000000"/>
              </a:solidFill>
              <a:latin typeface="Arial"/>
              <a:ea typeface="Arial"/>
              <a:cs typeface="Arial"/>
              <a:sym typeface="Arial"/>
            </a:endParaRPr>
          </a:p>
        </p:txBody>
      </p:sp>
      <p:sp>
        <p:nvSpPr>
          <p:cNvPr id="552" name="Google Shape;552;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3" name="Google Shape;553;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4	CONCLUSIONES</a:t>
            </a:r>
            <a:endParaRPr sz="1300" b="0" i="0" u="none" strike="noStrike" cap="none">
              <a:solidFill>
                <a:srgbClr val="FFFF00"/>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54" name="Google Shape;554;p35"/>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1	OBJETIVOS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2</a:t>
            </a:r>
            <a:r>
              <a:rPr lang="es-ES" sz="1100" b="0" i="0" u="none" strike="noStrike" cap="none" dirty="0">
                <a:solidFill>
                  <a:schemeClr val="lt1"/>
                </a:solidFill>
                <a:latin typeface="Gill Sans"/>
                <a:ea typeface="Gill Sans"/>
                <a:cs typeface="Gill Sans"/>
                <a:sym typeface="Gill Sans"/>
              </a:rPr>
              <a:t>	</a:t>
            </a:r>
            <a:r>
              <a:rPr lang="es-ES" sz="1100" dirty="0">
                <a:solidFill>
                  <a:schemeClr val="lt1"/>
                </a:solidFill>
                <a:latin typeface="Gill Sans"/>
                <a:ea typeface="Gill Sans"/>
                <a:cs typeface="Gill Sans"/>
                <a:sym typeface="Gill Sans"/>
              </a:rPr>
              <a:t>DESARROLLO</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dirty="0">
                <a:solidFill>
                  <a:schemeClr val="lt1"/>
                </a:solidFill>
                <a:latin typeface="Gill Sans"/>
                <a:ea typeface="Gill Sans"/>
                <a:cs typeface="Gill Sans"/>
                <a:sym typeface="Gill Sans"/>
              </a:rPr>
              <a:t>3	</a:t>
            </a:r>
            <a:r>
              <a:rPr lang="es-ES" sz="1100" dirty="0">
                <a:solidFill>
                  <a:schemeClr val="lt1"/>
                </a:solidFill>
                <a:latin typeface="Gill Sans"/>
                <a:ea typeface="Gill Sans"/>
                <a:cs typeface="Gill Sans"/>
                <a:sym typeface="Gill Sans"/>
              </a:rPr>
              <a:t>EJECUCIÓN</a:t>
            </a:r>
            <a:endParaRPr sz="1100" b="0" i="0" u="none" strike="noStrike" cap="none" dirty="0">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dirty="0">
                <a:solidFill>
                  <a:srgbClr val="FFFF00"/>
                </a:solidFill>
                <a:latin typeface="Gill Sans"/>
                <a:ea typeface="Gill Sans"/>
                <a:cs typeface="Gill Sans"/>
                <a:sym typeface="Gill Sans"/>
              </a:rPr>
              <a:t>4	CONCLUSIONES</a:t>
            </a:r>
            <a:endParaRPr sz="1300" b="0" i="0" u="none" strike="noStrike" cap="none" dirty="0">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dirty="0">
                <a:solidFill>
                  <a:schemeClr val="lt1"/>
                </a:solidFill>
                <a:latin typeface="Gill Sans"/>
                <a:ea typeface="Gill Sans"/>
                <a:cs typeface="Gill Sans"/>
                <a:sym typeface="Gill Sans"/>
              </a:rPr>
              <a:t>5</a:t>
            </a:r>
            <a:r>
              <a:rPr lang="es-ES" sz="1100" b="0" i="0" u="none" strike="noStrike" cap="none" dirty="0">
                <a:solidFill>
                  <a:schemeClr val="lt1"/>
                </a:solidFill>
                <a:latin typeface="Gill Sans"/>
                <a:ea typeface="Gill Sans"/>
                <a:cs typeface="Gill Sans"/>
                <a:sym typeface="Gill Sans"/>
              </a:rPr>
              <a:t>	BIBLIOGRAFÍA</a:t>
            </a:r>
            <a:endParaRPr sz="1100" b="0" i="0" u="none" strike="noStrike" cap="none" dirty="0">
              <a:solidFill>
                <a:srgbClr val="FFFF00"/>
              </a:solidFill>
              <a:latin typeface="Gill Sans"/>
              <a:ea typeface="Gill Sans"/>
              <a:cs typeface="Gill Sans"/>
              <a:sym typeface="Gill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568"/>
        <p:cNvGrpSpPr/>
        <p:nvPr/>
      </p:nvGrpSpPr>
      <p:grpSpPr>
        <a:xfrm>
          <a:off x="0" y="0"/>
          <a:ext cx="0" cy="0"/>
          <a:chOff x="0" y="0"/>
          <a:chExt cx="0" cy="0"/>
        </a:xfrm>
      </p:grpSpPr>
      <p:sp>
        <p:nvSpPr>
          <p:cNvPr id="569" name="Google Shape;569;p37"/>
          <p:cNvSpPr txBox="1">
            <a:spLocks noGrp="1"/>
          </p:cNvSpPr>
          <p:nvPr>
            <p:ph type="title"/>
          </p:nvPr>
        </p:nvSpPr>
        <p:spPr>
          <a:xfrm>
            <a:off x="581192" y="702156"/>
            <a:ext cx="11029616" cy="1013800"/>
          </a:xfrm>
          <a:prstGeom prst="rect">
            <a:avLst/>
          </a:prstGeom>
          <a:noFill/>
          <a:ln>
            <a:noFill/>
          </a:ln>
        </p:spPr>
        <p:txBody>
          <a:bodyPr spcFirstLastPara="1" wrap="square" lIns="91425" tIns="45700" rIns="91425" bIns="45700" anchor="b" anchorCtr="0">
            <a:normAutofit/>
          </a:bodyPr>
          <a:lstStyle/>
          <a:p>
            <a:pPr marL="0" lvl="0" indent="0" algn="l" rtl="0">
              <a:lnSpc>
                <a:spcPct val="100000"/>
              </a:lnSpc>
              <a:spcBef>
                <a:spcPts val="0"/>
              </a:spcBef>
              <a:spcAft>
                <a:spcPts val="0"/>
              </a:spcAft>
              <a:buClr>
                <a:schemeClr val="lt1"/>
              </a:buClr>
              <a:buSzPts val="2800"/>
              <a:buFont typeface="Gill Sans"/>
              <a:buNone/>
            </a:pPr>
            <a:r>
              <a:rPr lang="es-ES"/>
              <a:t>6	BIBLIOGRAFÍA</a:t>
            </a:r>
            <a:endParaRPr/>
          </a:p>
        </p:txBody>
      </p:sp>
      <p:sp>
        <p:nvSpPr>
          <p:cNvPr id="570" name="Google Shape;570;p37"/>
          <p:cNvSpPr txBox="1">
            <a:spLocks noGrp="1"/>
          </p:cNvSpPr>
          <p:nvPr>
            <p:ph type="body" idx="1"/>
          </p:nvPr>
        </p:nvSpPr>
        <p:spPr>
          <a:xfrm>
            <a:off x="581200" y="2180500"/>
            <a:ext cx="8176800" cy="4246800"/>
          </a:xfrm>
          <a:prstGeom prst="rect">
            <a:avLst/>
          </a:prstGeom>
          <a:noFill/>
          <a:ln>
            <a:noFill/>
          </a:ln>
        </p:spPr>
        <p:txBody>
          <a:bodyPr spcFirstLastPara="1" wrap="square" lIns="91425" tIns="45700" rIns="91425" bIns="45700" anchor="ctr" anchorCtr="0">
            <a:normAutofit/>
          </a:bodyPr>
          <a:lstStyle/>
          <a:p>
            <a:pPr marL="0" lvl="0" indent="0" eaLnBrk="0" fontAlgn="base" hangingPunct="0">
              <a:spcBef>
                <a:spcPct val="0"/>
              </a:spcBef>
              <a:spcAft>
                <a:spcPct val="0"/>
              </a:spcAft>
              <a:buClrTx/>
              <a:buSzTx/>
              <a:buNone/>
            </a:pPr>
            <a:endParaRPr lang="es-EC" altLang="es-EC" dirty="0">
              <a:solidFill>
                <a:schemeClr val="tx1"/>
              </a:solidFill>
              <a:latin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err="1">
                <a:latin typeface="Times New Roman" panose="02020603050405020304" pitchFamily="18" charset="0"/>
                <a:ea typeface="Calibri" panose="020F0502020204030204" pitchFamily="34" charset="0"/>
                <a:cs typeface="Arial" panose="020B0604020202020204" pitchFamily="34" charset="0"/>
              </a:rPr>
              <a:t>Deitel</a:t>
            </a:r>
            <a:r>
              <a:rPr lang="es-EC" altLang="es-EC" dirty="0">
                <a:latin typeface="Times New Roman" panose="02020603050405020304" pitchFamily="18" charset="0"/>
                <a:ea typeface="Calibri" panose="020F0502020204030204" pitchFamily="34" charset="0"/>
                <a:cs typeface="Arial" panose="020B0604020202020204" pitchFamily="34" charset="0"/>
              </a:rPr>
              <a:t>, P., &amp; </a:t>
            </a:r>
            <a:r>
              <a:rPr lang="es-EC" altLang="es-EC" dirty="0" err="1">
                <a:latin typeface="Times New Roman" panose="02020603050405020304" pitchFamily="18" charset="0"/>
                <a:ea typeface="Calibri" panose="020F0502020204030204" pitchFamily="34" charset="0"/>
                <a:cs typeface="Arial" panose="020B0604020202020204" pitchFamily="34" charset="0"/>
              </a:rPr>
              <a:t>Deitel</a:t>
            </a:r>
            <a:r>
              <a:rPr lang="es-EC" altLang="es-EC" dirty="0">
                <a:latin typeface="Times New Roman" panose="02020603050405020304" pitchFamily="18" charset="0"/>
                <a:ea typeface="Calibri" panose="020F0502020204030204" pitchFamily="34" charset="0"/>
                <a:cs typeface="Arial" panose="020B0604020202020204" pitchFamily="34" charset="0"/>
              </a:rPr>
              <a:t>, H. (2017). Java </a:t>
            </a:r>
            <a:r>
              <a:rPr lang="es-EC" altLang="es-EC" dirty="0" err="1">
                <a:latin typeface="Times New Roman" panose="02020603050405020304" pitchFamily="18" charset="0"/>
                <a:ea typeface="Calibri" panose="020F0502020204030204" pitchFamily="34" charset="0"/>
                <a:cs typeface="Arial" panose="020B0604020202020204" pitchFamily="34" charset="0"/>
              </a:rPr>
              <a:t>How</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to</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Program</a:t>
            </a:r>
            <a:r>
              <a:rPr lang="es-EC" altLang="es-EC" dirty="0">
                <a:latin typeface="Times New Roman" panose="02020603050405020304" pitchFamily="18" charset="0"/>
                <a:ea typeface="Calibri" panose="020F0502020204030204" pitchFamily="34" charset="0"/>
                <a:cs typeface="Arial" panose="020B0604020202020204" pitchFamily="34" charset="0"/>
              </a:rPr>
              <a:t> (Late </a:t>
            </a:r>
            <a:r>
              <a:rPr lang="es-EC" altLang="es-EC" dirty="0" err="1">
                <a:latin typeface="Times New Roman" panose="02020603050405020304" pitchFamily="18" charset="0"/>
                <a:ea typeface="Calibri" panose="020F0502020204030204" pitchFamily="34" charset="0"/>
                <a:cs typeface="Arial" panose="020B0604020202020204" pitchFamily="34" charset="0"/>
              </a:rPr>
              <a:t>Objects</a:t>
            </a:r>
            <a:r>
              <a:rPr lang="es-EC" altLang="es-EC" dirty="0">
                <a:latin typeface="Times New Roman" panose="02020603050405020304" pitchFamily="18" charset="0"/>
                <a:ea typeface="Calibri" panose="020F0502020204030204" pitchFamily="34" charset="0"/>
                <a:cs typeface="Arial" panose="020B0604020202020204" pitchFamily="34" charset="0"/>
              </a:rPr>
              <a:t>) (11th ed.). Pearson.</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Oracle. (</a:t>
            </a:r>
            <a:r>
              <a:rPr lang="es-EC" altLang="es-EC" dirty="0" err="1">
                <a:latin typeface="Times New Roman" panose="02020603050405020304" pitchFamily="18" charset="0"/>
                <a:ea typeface="Calibri" panose="020F0502020204030204" pitchFamily="34" charset="0"/>
                <a:cs typeface="Arial" panose="020B0604020202020204" pitchFamily="34" charset="0"/>
              </a:rPr>
              <a:t>n.d</a:t>
            </a:r>
            <a:r>
              <a:rPr lang="es-EC" altLang="es-EC" dirty="0">
                <a:latin typeface="Times New Roman" panose="02020603050405020304" pitchFamily="18" charset="0"/>
                <a:ea typeface="Calibri" panose="020F0502020204030204" pitchFamily="34" charset="0"/>
                <a:cs typeface="Arial" panose="020B0604020202020204" pitchFamily="34" charset="0"/>
              </a:rPr>
              <a:t>.). Java </a:t>
            </a:r>
            <a:r>
              <a:rPr lang="es-EC" altLang="es-EC" dirty="0" err="1">
                <a:latin typeface="Times New Roman" panose="02020603050405020304" pitchFamily="18" charset="0"/>
                <a:ea typeface="Calibri" panose="020F0502020204030204" pitchFamily="34" charset="0"/>
                <a:cs typeface="Arial" panose="020B0604020202020204" pitchFamily="34" charset="0"/>
              </a:rPr>
              <a:t>Platform</a:t>
            </a:r>
            <a:r>
              <a:rPr lang="es-EC" altLang="es-EC" dirty="0">
                <a:latin typeface="Times New Roman" panose="02020603050405020304" pitchFamily="18" charset="0"/>
                <a:ea typeface="Calibri" panose="020F0502020204030204" pitchFamily="34" charset="0"/>
                <a:cs typeface="Arial" panose="020B0604020202020204" pitchFamily="34" charset="0"/>
              </a:rPr>
              <a:t>, Enterprise </a:t>
            </a:r>
            <a:r>
              <a:rPr lang="es-EC" altLang="es-EC" dirty="0" err="1">
                <a:latin typeface="Times New Roman" panose="02020603050405020304" pitchFamily="18" charset="0"/>
                <a:ea typeface="Calibri" panose="020F0502020204030204" pitchFamily="34" charset="0"/>
                <a:cs typeface="Arial" panose="020B0604020202020204" pitchFamily="34" charset="0"/>
              </a:rPr>
              <a:t>Edition</a:t>
            </a:r>
            <a:r>
              <a:rPr lang="es-EC" altLang="es-EC" dirty="0">
                <a:latin typeface="Times New Roman" panose="02020603050405020304" pitchFamily="18" charset="0"/>
                <a:ea typeface="Calibri" panose="020F0502020204030204" pitchFamily="34" charset="0"/>
                <a:cs typeface="Arial" panose="020B0604020202020204" pitchFamily="34" charset="0"/>
              </a:rPr>
              <a:t> (Java EE). Recuperado de </a:t>
            </a:r>
            <a:r>
              <a:rPr lang="es-EC" altLang="es-EC" dirty="0">
                <a:latin typeface="Times New Roman" panose="02020603050405020304" pitchFamily="18" charset="0"/>
                <a:ea typeface="Calibri" panose="020F0502020204030204" pitchFamily="34" charset="0"/>
                <a:cs typeface="Arial" panose="020B0604020202020204" pitchFamily="34" charset="0"/>
                <a:hlinkClick r:id="rId3">
                  <a:extLst>
                    <a:ext uri="{A12FA001-AC4F-418D-AE19-62706E023703}">
                      <ahyp:hlinkClr xmlns:ahyp="http://schemas.microsoft.com/office/drawing/2018/hyperlinkcolor" val="tx"/>
                    </a:ext>
                  </a:extLst>
                </a:hlinkClick>
              </a:rPr>
              <a:t>https://www.oracle.com/java/technologies/java-ee-glance.html</a:t>
            </a:r>
            <a:endParaRPr lang="es-EC" altLang="es-EC" dirty="0">
              <a:latin typeface="Times New Roman" panose="02020603050405020304" pitchFamily="18" charset="0"/>
              <a:ea typeface="Calibri" panose="020F0502020204030204" pitchFamily="34" charset="0"/>
              <a:cs typeface="Arial" panose="020B0604020202020204" pitchFamily="34" charset="0"/>
            </a:endParaRP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Pressman, R. S., &amp; </a:t>
            </a:r>
            <a:r>
              <a:rPr lang="es-EC" altLang="es-EC" dirty="0" err="1">
                <a:latin typeface="Times New Roman" panose="02020603050405020304" pitchFamily="18" charset="0"/>
                <a:ea typeface="Calibri" panose="020F0502020204030204" pitchFamily="34" charset="0"/>
                <a:cs typeface="Arial" panose="020B0604020202020204" pitchFamily="34" charset="0"/>
              </a:rPr>
              <a:t>Maxim</a:t>
            </a:r>
            <a:r>
              <a:rPr lang="es-EC" altLang="es-EC" dirty="0">
                <a:latin typeface="Times New Roman" panose="02020603050405020304" pitchFamily="18" charset="0"/>
                <a:ea typeface="Calibri" panose="020F0502020204030204" pitchFamily="34" charset="0"/>
                <a:cs typeface="Arial" panose="020B0604020202020204" pitchFamily="34" charset="0"/>
              </a:rPr>
              <a:t>, B. R. (2019). Software </a:t>
            </a:r>
            <a:r>
              <a:rPr lang="es-EC" altLang="es-EC" dirty="0" err="1">
                <a:latin typeface="Times New Roman" panose="02020603050405020304" pitchFamily="18" charset="0"/>
                <a:ea typeface="Calibri" panose="020F0502020204030204" pitchFamily="34" charset="0"/>
                <a:cs typeface="Arial" panose="020B0604020202020204" pitchFamily="34" charset="0"/>
              </a:rPr>
              <a:t>Engineering</a:t>
            </a:r>
            <a:r>
              <a:rPr lang="es-EC" altLang="es-EC" dirty="0">
                <a:latin typeface="Times New Roman" panose="02020603050405020304" pitchFamily="18" charset="0"/>
                <a:ea typeface="Calibri" panose="020F0502020204030204" pitchFamily="34" charset="0"/>
                <a:cs typeface="Arial" panose="020B0604020202020204" pitchFamily="34" charset="0"/>
              </a:rPr>
              <a:t>: A </a:t>
            </a:r>
            <a:r>
              <a:rPr lang="es-EC" altLang="es-EC" dirty="0" err="1">
                <a:latin typeface="Times New Roman" panose="02020603050405020304" pitchFamily="18" charset="0"/>
                <a:ea typeface="Calibri" panose="020F0502020204030204" pitchFamily="34" charset="0"/>
                <a:cs typeface="Arial" panose="020B0604020202020204" pitchFamily="34" charset="0"/>
              </a:rPr>
              <a:t>Practitioner's</a:t>
            </a:r>
            <a:r>
              <a:rPr lang="es-EC" altLang="es-EC" dirty="0">
                <a:latin typeface="Times New Roman" panose="02020603050405020304" pitchFamily="18" charset="0"/>
                <a:ea typeface="Calibri" panose="020F0502020204030204" pitchFamily="34" charset="0"/>
                <a:cs typeface="Arial" panose="020B0604020202020204" pitchFamily="34" charset="0"/>
              </a:rPr>
              <a:t> </a:t>
            </a:r>
            <a:r>
              <a:rPr lang="es-EC" altLang="es-EC" dirty="0" err="1">
                <a:latin typeface="Times New Roman" panose="02020603050405020304" pitchFamily="18" charset="0"/>
                <a:ea typeface="Calibri" panose="020F0502020204030204" pitchFamily="34" charset="0"/>
                <a:cs typeface="Arial" panose="020B0604020202020204" pitchFamily="34" charset="0"/>
              </a:rPr>
              <a:t>Approach</a:t>
            </a:r>
            <a:r>
              <a:rPr lang="es-EC" altLang="es-EC" dirty="0">
                <a:latin typeface="Times New Roman" panose="02020603050405020304" pitchFamily="18" charset="0"/>
                <a:ea typeface="Calibri" panose="020F0502020204030204" pitchFamily="34" charset="0"/>
                <a:cs typeface="Arial" panose="020B0604020202020204" pitchFamily="34" charset="0"/>
              </a:rPr>
              <a:t> (9th ed.). McGraw-Hill </a:t>
            </a:r>
            <a:r>
              <a:rPr lang="es-EC" altLang="es-EC" dirty="0" err="1">
                <a:latin typeface="Times New Roman" panose="02020603050405020304" pitchFamily="18" charset="0"/>
                <a:ea typeface="Calibri" panose="020F0502020204030204" pitchFamily="34" charset="0"/>
                <a:cs typeface="Arial" panose="020B0604020202020204" pitchFamily="34" charset="0"/>
              </a:rPr>
              <a:t>Education</a:t>
            </a:r>
            <a:r>
              <a:rPr lang="es-EC" altLang="es-EC" dirty="0">
                <a:latin typeface="Times New Roman" panose="02020603050405020304" pitchFamily="18" charset="0"/>
                <a:ea typeface="Calibri" panose="020F0502020204030204" pitchFamily="34" charset="0"/>
                <a:cs typeface="Arial" panose="020B0604020202020204" pitchFamily="34" charset="0"/>
              </a:rPr>
              <a:t>.</a:t>
            </a:r>
          </a:p>
          <a:p>
            <a:pPr marL="342900" indent="-342900" eaLnBrk="0" fontAlgn="base" hangingPunct="0">
              <a:lnSpc>
                <a:spcPct val="107000"/>
              </a:lnSpc>
              <a:spcAft>
                <a:spcPts val="800"/>
              </a:spcAft>
              <a:buFont typeface="Symbol" panose="05050102010706020507" pitchFamily="18" charset="2"/>
              <a:buChar char=""/>
            </a:pPr>
            <a:r>
              <a:rPr lang="es-EC" altLang="es-EC" dirty="0" err="1">
                <a:latin typeface="Times New Roman" panose="02020603050405020304" pitchFamily="18" charset="0"/>
                <a:ea typeface="Calibri" panose="020F0502020204030204" pitchFamily="34" charset="0"/>
                <a:cs typeface="Arial" panose="020B0604020202020204" pitchFamily="34" charset="0"/>
              </a:rPr>
              <a:t>Eckel</a:t>
            </a:r>
            <a:r>
              <a:rPr lang="es-EC" altLang="es-EC" dirty="0">
                <a:latin typeface="Times New Roman" panose="02020603050405020304" pitchFamily="18" charset="0"/>
                <a:ea typeface="Calibri" panose="020F0502020204030204" pitchFamily="34" charset="0"/>
                <a:cs typeface="Arial" panose="020B0604020202020204" pitchFamily="34" charset="0"/>
              </a:rPr>
              <a:t>, B. (2006). </a:t>
            </a:r>
            <a:r>
              <a:rPr lang="es-EC" altLang="es-EC" dirty="0" err="1">
                <a:latin typeface="Times New Roman" panose="02020603050405020304" pitchFamily="18" charset="0"/>
                <a:ea typeface="Calibri" panose="020F0502020204030204" pitchFamily="34" charset="0"/>
                <a:cs typeface="Arial" panose="020B0604020202020204" pitchFamily="34" charset="0"/>
              </a:rPr>
              <a:t>Thinking</a:t>
            </a:r>
            <a:r>
              <a:rPr lang="es-EC" altLang="es-EC" dirty="0">
                <a:latin typeface="Times New Roman" panose="02020603050405020304" pitchFamily="18" charset="0"/>
                <a:ea typeface="Calibri" panose="020F0502020204030204" pitchFamily="34" charset="0"/>
                <a:cs typeface="Arial" panose="020B0604020202020204" pitchFamily="34" charset="0"/>
              </a:rPr>
              <a:t> in Java (4th ed.). Prentice Hall.</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Bloch, J. (2018). </a:t>
            </a:r>
            <a:r>
              <a:rPr lang="es-EC" altLang="es-EC" dirty="0" err="1">
                <a:latin typeface="Times New Roman" panose="02020603050405020304" pitchFamily="18" charset="0"/>
                <a:ea typeface="Calibri" panose="020F0502020204030204" pitchFamily="34" charset="0"/>
                <a:cs typeface="Arial" panose="020B0604020202020204" pitchFamily="34" charset="0"/>
              </a:rPr>
              <a:t>Effective</a:t>
            </a:r>
            <a:r>
              <a:rPr lang="es-EC" altLang="es-EC" dirty="0">
                <a:latin typeface="Times New Roman" panose="02020603050405020304" pitchFamily="18" charset="0"/>
                <a:ea typeface="Calibri" panose="020F0502020204030204" pitchFamily="34" charset="0"/>
                <a:cs typeface="Arial" panose="020B0604020202020204" pitchFamily="34" charset="0"/>
              </a:rPr>
              <a:t> Java (3rd ed.). Addison-Wesley.</a:t>
            </a:r>
          </a:p>
          <a:p>
            <a:pPr marL="342900" indent="-342900" eaLnBrk="0" fontAlgn="base" hangingPunct="0">
              <a:lnSpc>
                <a:spcPct val="107000"/>
              </a:lnSpc>
              <a:spcAft>
                <a:spcPts val="800"/>
              </a:spcAft>
              <a:buFont typeface="Symbol" panose="05050102010706020507" pitchFamily="18" charset="2"/>
              <a:buChar char=""/>
            </a:pPr>
            <a:r>
              <a:rPr lang="es-EC" altLang="es-EC" dirty="0">
                <a:latin typeface="Times New Roman" panose="02020603050405020304" pitchFamily="18" charset="0"/>
                <a:ea typeface="Calibri" panose="020F0502020204030204" pitchFamily="34" charset="0"/>
                <a:cs typeface="Arial" panose="020B0604020202020204" pitchFamily="34" charset="0"/>
              </a:rPr>
              <a:t>Sierra, K., &amp; Bates, B. (2015). Head </a:t>
            </a:r>
            <a:r>
              <a:rPr lang="es-EC" altLang="es-EC" dirty="0" err="1">
                <a:latin typeface="Times New Roman" panose="02020603050405020304" pitchFamily="18" charset="0"/>
                <a:ea typeface="Calibri" panose="020F0502020204030204" pitchFamily="34" charset="0"/>
                <a:cs typeface="Arial" panose="020B0604020202020204" pitchFamily="34" charset="0"/>
              </a:rPr>
              <a:t>First</a:t>
            </a:r>
            <a:r>
              <a:rPr lang="es-EC" altLang="es-EC" dirty="0">
                <a:latin typeface="Times New Roman" panose="02020603050405020304" pitchFamily="18" charset="0"/>
                <a:ea typeface="Calibri" panose="020F0502020204030204" pitchFamily="34" charset="0"/>
                <a:cs typeface="Arial" panose="020B0604020202020204" pitchFamily="34" charset="0"/>
              </a:rPr>
              <a:t> Java (2nd ed.). O'Reilly Media. </a:t>
            </a:r>
          </a:p>
          <a:p>
            <a:pPr marL="342900" lvl="0" indent="-342900">
              <a:lnSpc>
                <a:spcPct val="107000"/>
              </a:lnSpc>
              <a:spcAft>
                <a:spcPts val="800"/>
              </a:spcAft>
              <a:buFont typeface="Symbol" panose="05050102010706020507" pitchFamily="18" charset="2"/>
              <a:buChar char=""/>
            </a:pPr>
            <a:endParaRPr lang="es-EC" dirty="0">
              <a:latin typeface="Calibri" panose="020F0502020204030204" pitchFamily="34" charset="0"/>
              <a:ea typeface="Calibri" panose="020F0502020204030204" pitchFamily="34" charset="0"/>
              <a:cs typeface="Arial" panose="020B0604020202020204" pitchFamily="34" charset="0"/>
            </a:endParaRPr>
          </a:p>
        </p:txBody>
      </p:sp>
      <p:sp>
        <p:nvSpPr>
          <p:cNvPr id="571" name="Google Shape;571;p37"/>
          <p:cNvSpPr txBox="1"/>
          <p:nvPr/>
        </p:nvSpPr>
        <p:spPr>
          <a:xfrm>
            <a:off x="11704320" y="6427410"/>
            <a:ext cx="467361"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s-ES" sz="2000" b="0" i="0" u="none" strike="noStrike" cap="none">
                <a:solidFill>
                  <a:schemeClr val="lt1"/>
                </a:solidFill>
                <a:latin typeface="Gill Sans"/>
                <a:ea typeface="Gill Sans"/>
                <a:cs typeface="Gill Sans"/>
                <a:sym typeface="Gill Sans"/>
              </a:rPr>
              <a:t>37</a:t>
            </a:r>
            <a:endParaRPr sz="1400" b="0" i="0" u="none" strike="noStrike" cap="none">
              <a:solidFill>
                <a:srgbClr val="000000"/>
              </a:solidFill>
              <a:latin typeface="Arial"/>
              <a:ea typeface="Arial"/>
              <a:cs typeface="Arial"/>
              <a:sym typeface="Arial"/>
            </a:endParaRPr>
          </a:p>
        </p:txBody>
      </p:sp>
      <p:sp>
        <p:nvSpPr>
          <p:cNvPr id="572" name="Google Shape;572;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INTRODUCCIÓN A DOTNET</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DOTNET FRAMEWORK</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DOTNET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MONO Y XAMARIN</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2.5 ENTITY FRAMEWORK CORE</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2.6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2.7    F#</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2.8    VISUAL BASIC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2.9    C#</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2.10   JAVA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2.11   JAVASCRIPT</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3" name="Google Shape;573;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	MARCO TEÓRICO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2.1  DECLARACIÓN UPDATE</a:t>
            </a:r>
            <a:endParaRPr sz="1100" b="0" i="0" u="none" strike="noStrike" cap="none">
              <a:solidFill>
                <a:schemeClr val="lt1"/>
              </a:solidFill>
              <a:latin typeface="Gill Sans"/>
              <a:ea typeface="Gill Sans"/>
              <a:cs typeface="Gill Sans"/>
              <a:sym typeface="Gill Sans"/>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2.2  DECLARACIÓN SELECT</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2.3  MARCO DE PÁGINA</a:t>
            </a:r>
            <a:endParaRPr sz="1100" b="0" i="0" u="none" strike="noStrike" cap="none">
              <a:solidFill>
                <a:schemeClr val="lt1"/>
              </a:solidFill>
              <a:latin typeface="Gill Sans"/>
              <a:ea typeface="Gill Sans"/>
              <a:cs typeface="Gill Sans"/>
              <a:sym typeface="Gill Sans"/>
            </a:endParaRPr>
          </a:p>
          <a:p>
            <a:pPr marL="630000" marR="0" lvl="1" indent="-305746" algn="l" rtl="0">
              <a:lnSpc>
                <a:spcPct val="90000"/>
              </a:lnSpc>
              <a:spcBef>
                <a:spcPts val="840"/>
              </a:spcBef>
              <a:spcAft>
                <a:spcPts val="0"/>
              </a:spcAft>
              <a:buClr>
                <a:schemeClr val="lt1"/>
              </a:buClr>
              <a:buSzPts val="1100"/>
              <a:buFont typeface="Gill Sans"/>
              <a:buChar char="◼"/>
            </a:pPr>
            <a:r>
              <a:rPr lang="es-ES" sz="1100" b="0" i="0" u="none" strike="noStrike" cap="none">
                <a:solidFill>
                  <a:schemeClr val="lt1"/>
                </a:solidFill>
                <a:latin typeface="Gill Sans"/>
                <a:ea typeface="Gill Sans"/>
                <a:cs typeface="Gill Sans"/>
                <a:sym typeface="Gill Sans"/>
              </a:rPr>
              <a:t>2.4  BOOTSTRAP</a:t>
            </a:r>
            <a:endParaRPr sz="1100" b="0" i="0" u="none" strike="noStrike" cap="none">
              <a:solidFill>
                <a:schemeClr val="lt1"/>
              </a:solidFill>
              <a:latin typeface="Gill Sans"/>
              <a:ea typeface="Gill Sans"/>
              <a:cs typeface="Gill Sans"/>
              <a:sym typeface="Gill Sans"/>
            </a:endParaRPr>
          </a:p>
          <a:p>
            <a:pPr marL="0" marR="0" lvl="0" indent="0" algn="l" rtl="0">
              <a:lnSpc>
                <a:spcPct val="90000"/>
              </a:lnSpc>
              <a:spcBef>
                <a:spcPts val="840"/>
              </a:spcBef>
              <a:spcAft>
                <a:spcPts val="0"/>
              </a:spcAft>
              <a:buClr>
                <a:srgbClr val="000000"/>
              </a:buClr>
              <a:buSzPts val="1100"/>
              <a:buFont typeface="Arial"/>
              <a:buNone/>
            </a:pP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DESARROLLO</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3.1.	VIDEO 2: LENGUAJES DE PROGRAMACIÓN DE .NET</a:t>
            </a:r>
            <a:endParaRPr sz="1300" b="0" i="0" u="none" strike="noStrike" cap="none">
              <a:solidFill>
                <a:schemeClr val="lt1"/>
              </a:solidFill>
              <a:latin typeface="Arial"/>
              <a:ea typeface="Arial"/>
              <a:cs typeface="Arial"/>
              <a:sym typeface="Arial"/>
            </a:endParaRPr>
          </a:p>
          <a:p>
            <a:pPr marL="630000" marR="0" lvl="1"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3.2.	VIDEO 3: INTEROPERABILIDAD DE LENGUAJES DE .NET</a:t>
            </a:r>
            <a:endParaRPr sz="1300" b="0" i="0" u="none" strike="noStrike" cap="none">
              <a:solidFill>
                <a:schemeClr val="lt1"/>
              </a:solidFill>
              <a:latin typeface="Arial"/>
              <a:ea typeface="Arial"/>
              <a:cs typeface="Arial"/>
              <a:sym typeface="Arial"/>
            </a:endParaRPr>
          </a:p>
          <a:p>
            <a:pPr marL="630000" marR="0" lvl="1" indent="-318446" algn="l" rtl="0">
              <a:lnSpc>
                <a:spcPct val="90000"/>
              </a:lnSpc>
              <a:spcBef>
                <a:spcPts val="840"/>
              </a:spcBef>
              <a:spcAft>
                <a:spcPts val="0"/>
              </a:spcAft>
              <a:buClr>
                <a:schemeClr val="lt1"/>
              </a:buClr>
              <a:buSzPts val="1300"/>
              <a:buFont typeface="Arial"/>
              <a:buChar char="◼"/>
            </a:pPr>
            <a:r>
              <a:rPr lang="es-ES" sz="1100" b="0" i="0" u="none" strike="noStrike" cap="none">
                <a:solidFill>
                  <a:schemeClr val="lt1"/>
                </a:solidFill>
                <a:latin typeface="Gill Sans"/>
                <a:ea typeface="Gill Sans"/>
                <a:cs typeface="Gill Sans"/>
                <a:sym typeface="Gill Sans"/>
              </a:rPr>
              <a:t>3.3.	VIDEO 4: .NET STANDARD BCL PCL</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
        <p:nvSpPr>
          <p:cNvPr id="574" name="Google Shape;574;p37"/>
          <p:cNvSpPr txBox="1"/>
          <p:nvPr/>
        </p:nvSpPr>
        <p:spPr>
          <a:xfrm>
            <a:off x="9117367" y="0"/>
            <a:ext cx="3074700" cy="6858000"/>
          </a:xfrm>
          <a:prstGeom prst="rect">
            <a:avLst/>
          </a:prstGeom>
          <a:solidFill>
            <a:schemeClr val="accent1"/>
          </a:solidFill>
          <a:ln w="22225" cap="rnd" cmpd="sng">
            <a:solidFill>
              <a:srgbClr val="122446"/>
            </a:solidFill>
            <a:prstDash val="solid"/>
            <a:round/>
            <a:headEnd type="none" w="sm" len="sm"/>
            <a:tailEnd type="none" w="sm" len="sm"/>
          </a:ln>
        </p:spPr>
        <p:txBody>
          <a:bodyPr spcFirstLastPara="1" wrap="square" lIns="91425" tIns="45700" rIns="91425" bIns="45700" anchor="ctr" anchorCtr="0">
            <a:noAutofit/>
          </a:bodyPr>
          <a:lstStyle/>
          <a:p>
            <a:pPr marL="306000" marR="0" lvl="0" indent="-299650" algn="l" rtl="0">
              <a:lnSpc>
                <a:spcPct val="90000"/>
              </a:lnSpc>
              <a:spcBef>
                <a:spcPts val="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1	OBJETIVOS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a:solidFill>
                  <a:schemeClr val="lt1"/>
                </a:solidFill>
                <a:latin typeface="Gill Sans"/>
                <a:ea typeface="Gill Sans"/>
                <a:cs typeface="Gill Sans"/>
                <a:sym typeface="Gill Sans"/>
              </a:rPr>
              <a:t>2</a:t>
            </a:r>
            <a:r>
              <a:rPr lang="es-ES" sz="1100" b="0" i="0" u="none" strike="noStrike" cap="none">
                <a:solidFill>
                  <a:schemeClr val="lt1"/>
                </a:solidFill>
                <a:latin typeface="Gill Sans"/>
                <a:ea typeface="Gill Sans"/>
                <a:cs typeface="Gill Sans"/>
                <a:sym typeface="Gill Sans"/>
              </a:rPr>
              <a:t>	</a:t>
            </a:r>
            <a:r>
              <a:rPr lang="es-ES" sz="1100">
                <a:solidFill>
                  <a:schemeClr val="lt1"/>
                </a:solidFill>
                <a:latin typeface="Gill Sans"/>
                <a:ea typeface="Gill Sans"/>
                <a:cs typeface="Gill Sans"/>
                <a:sym typeface="Gill Sans"/>
              </a:rPr>
              <a:t>DESARROLLO</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3	</a:t>
            </a:r>
            <a:r>
              <a:rPr lang="es-ES" sz="1100">
                <a:solidFill>
                  <a:schemeClr val="lt1"/>
                </a:solidFill>
                <a:latin typeface="Gill Sans"/>
                <a:ea typeface="Gill Sans"/>
                <a:cs typeface="Gill Sans"/>
                <a:sym typeface="Gill Sans"/>
              </a:rPr>
              <a:t>EJECUCIÓN</a:t>
            </a:r>
            <a:endParaRPr sz="1100" b="0" i="0" u="none" strike="noStrike" cap="none">
              <a:solidFill>
                <a:schemeClr val="lt1"/>
              </a:solidFill>
              <a:latin typeface="Gill Sans"/>
              <a:ea typeface="Gill Sans"/>
              <a:cs typeface="Gill Sans"/>
              <a:sym typeface="Gill Sans"/>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4	CONCLUSIONES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chemeClr val="lt1"/>
              </a:buClr>
              <a:buSzPts val="1004"/>
              <a:buFont typeface="Noto Sans Symbols"/>
              <a:buChar char="◼"/>
            </a:pPr>
            <a:r>
              <a:rPr lang="es-ES" sz="1100" b="0" i="0" u="none" strike="noStrike" cap="none">
                <a:solidFill>
                  <a:schemeClr val="lt1"/>
                </a:solidFill>
                <a:latin typeface="Gill Sans"/>
                <a:ea typeface="Gill Sans"/>
                <a:cs typeface="Gill Sans"/>
                <a:sym typeface="Gill Sans"/>
              </a:rPr>
              <a:t>5	RECOMENDACIONES</a:t>
            </a:r>
            <a:endParaRPr sz="1300" b="0" i="0" u="none" strike="noStrike" cap="none">
              <a:solidFill>
                <a:schemeClr val="lt1"/>
              </a:solidFill>
              <a:latin typeface="Arial"/>
              <a:ea typeface="Arial"/>
              <a:cs typeface="Arial"/>
              <a:sym typeface="Arial"/>
            </a:endParaRPr>
          </a:p>
          <a:p>
            <a:pPr marL="306000" marR="0" lvl="0" indent="-299650" algn="l" rtl="0">
              <a:lnSpc>
                <a:spcPct val="90000"/>
              </a:lnSpc>
              <a:spcBef>
                <a:spcPts val="840"/>
              </a:spcBef>
              <a:spcAft>
                <a:spcPts val="0"/>
              </a:spcAft>
              <a:buClr>
                <a:srgbClr val="FFFF00"/>
              </a:buClr>
              <a:buSzPts val="1004"/>
              <a:buFont typeface="Noto Sans Symbols"/>
              <a:buChar char="◼"/>
            </a:pPr>
            <a:r>
              <a:rPr lang="es-ES" sz="1100" b="0" i="0" u="none" strike="noStrike" cap="none">
                <a:solidFill>
                  <a:srgbClr val="FFFF00"/>
                </a:solidFill>
                <a:latin typeface="Gill Sans"/>
                <a:ea typeface="Gill Sans"/>
                <a:cs typeface="Gill Sans"/>
                <a:sym typeface="Gill Sans"/>
              </a:rPr>
              <a:t>6	BIBLIOGRAFÍA</a:t>
            </a:r>
            <a:endParaRPr sz="1100" b="0" i="0" u="none" strike="noStrike" cap="none">
              <a:solidFill>
                <a:srgbClr val="FFFF00"/>
              </a:solidFill>
              <a:latin typeface="Gill Sans"/>
              <a:ea typeface="Gill Sans"/>
              <a:cs typeface="Gill Sans"/>
              <a:sym typeface="Gill Sans"/>
            </a:endParaRPr>
          </a:p>
        </p:txBody>
      </p:sp>
    </p:spTree>
  </p:cSld>
  <p:clrMapOvr>
    <a:masterClrMapping/>
  </p:clrMapOvr>
</p:sld>
</file>

<file path=ppt/theme/theme1.xml><?xml version="1.0" encoding="utf-8"?>
<a:theme xmlns:a="http://schemas.openxmlformats.org/drawingml/2006/main" name="Dividendo">
  <a:themeElements>
    <a:clrScheme name="Dividend">
      <a:dk1>
        <a:srgbClr val="000000"/>
      </a:dk1>
      <a:lt1>
        <a:srgbClr val="FFFFFF"/>
      </a:lt1>
      <a:dk2>
        <a:srgbClr val="3D3D3D"/>
      </a:dk2>
      <a:lt2>
        <a:srgbClr val="EBEBEB"/>
      </a:lt2>
      <a:accent1>
        <a:srgbClr val="1A3260"/>
      </a:accent1>
      <a:accent2>
        <a:srgbClr val="4590B8"/>
      </a:accent2>
      <a:accent3>
        <a:srgbClr val="45CBE8"/>
      </a:accent3>
      <a:accent4>
        <a:srgbClr val="969FA7"/>
      </a:accent4>
      <a:accent5>
        <a:srgbClr val="A2C777"/>
      </a:accent5>
      <a:accent6>
        <a:srgbClr val="42955F"/>
      </a:accent6>
      <a:hlink>
        <a:srgbClr val="828282"/>
      </a:hlink>
      <a:folHlink>
        <a:srgbClr val="A5A5A5"/>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Tema de 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56</TotalTime>
  <Words>3509</Words>
  <Application>Microsoft Office PowerPoint</Application>
  <PresentationFormat>Panorámica</PresentationFormat>
  <Paragraphs>749</Paragraphs>
  <Slides>20</Slides>
  <Notes>20</Notes>
  <HiddenSlides>0</HiddenSlides>
  <MMClips>0</MMClips>
  <ScaleCrop>false</ScaleCrop>
  <HeadingPairs>
    <vt:vector size="6" baseType="variant">
      <vt:variant>
        <vt:lpstr>Fuentes usadas</vt:lpstr>
      </vt:variant>
      <vt:variant>
        <vt:i4>6</vt:i4>
      </vt:variant>
      <vt:variant>
        <vt:lpstr>Tema</vt:lpstr>
      </vt:variant>
      <vt:variant>
        <vt:i4>1</vt:i4>
      </vt:variant>
      <vt:variant>
        <vt:lpstr>Títulos de diapositiva</vt:lpstr>
      </vt:variant>
      <vt:variant>
        <vt:i4>20</vt:i4>
      </vt:variant>
    </vt:vector>
  </HeadingPairs>
  <TitlesOfParts>
    <vt:vector size="27" baseType="lpstr">
      <vt:lpstr>Calibri</vt:lpstr>
      <vt:lpstr>Gill Sans</vt:lpstr>
      <vt:lpstr>Noto Sans Symbols</vt:lpstr>
      <vt:lpstr>Arial</vt:lpstr>
      <vt:lpstr>Times New Roman</vt:lpstr>
      <vt:lpstr>Symbol</vt:lpstr>
      <vt:lpstr>Dividendo</vt:lpstr>
      <vt:lpstr>CONVERSIÓN DE UNIDADES SOAP EN JAVA SIN BASE DE DATOS  </vt:lpstr>
      <vt:lpstr>1 OBJETIVO</vt:lpstr>
      <vt:lpstr>1 OBJETIVOS ESPECIFICOS</vt:lpstr>
      <vt:lpstr>2 DESARROLLO</vt:lpstr>
      <vt:lpstr>2.1.1. CREACIÓN DEL PROYECTO SERVIDOR </vt:lpstr>
      <vt:lpstr>Presentación de PowerPoint</vt:lpstr>
      <vt:lpstr>Presentación de PowerPoint</vt:lpstr>
      <vt:lpstr>2.2 CREACIÓN DEL PROYECTO ESCRITORIO CLIENTE</vt:lpstr>
      <vt:lpstr>Presentación de PowerPoint</vt:lpstr>
      <vt:lpstr>Presentación de PowerPoint</vt:lpstr>
      <vt:lpstr>Presentación de PowerPoint</vt:lpstr>
      <vt:lpstr> 2.3 CREACIÓN DEL CLIENTE EN APLICACIÓN  DE CONSOLA  </vt:lpstr>
      <vt:lpstr> 2.3 CREACIÓN DEL CLIENTE EN APLICACIÓN MÓVIL  </vt:lpstr>
      <vt:lpstr> 2.4. CREACIÓN DEL CLIENTE EN APLICACIÓN DE WEB </vt:lpstr>
      <vt:lpstr> 3 EJECUCIÓN  </vt:lpstr>
      <vt:lpstr>Ejecución del cliente escritorio: </vt:lpstr>
      <vt:lpstr>Ejecución del cliente web: </vt:lpstr>
      <vt:lpstr>Presentación de PowerPoint</vt:lpstr>
      <vt:lpstr>4 CONCLUSIONES</vt:lpstr>
      <vt:lpstr>6 BIBLIOGRAFÍA</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PROYECTO BDD LOCAL SOAP JAVA</dc:title>
  <dc:creator>Michael Villarruel</dc:creator>
  <cp:lastModifiedBy>ARIEL XD</cp:lastModifiedBy>
  <cp:revision>8</cp:revision>
  <dcterms:created xsi:type="dcterms:W3CDTF">2020-07-10T23:33:49Z</dcterms:created>
  <dcterms:modified xsi:type="dcterms:W3CDTF">2026-05-13T01:27:01Z</dcterms:modified>
</cp:coreProperties>
</file>